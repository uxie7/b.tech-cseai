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79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69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50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121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02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63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673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52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51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30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5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06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59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54.png"/><Relationship Id="rId7" Type="http://schemas.openxmlformats.org/officeDocument/2006/relationships/image" Target="../media/image6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69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hyperlink" Target="http://www.python.org/downloads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jpg"/><Relationship Id="rId4" Type="http://schemas.openxmlformats.org/officeDocument/2006/relationships/image" Target="../media/image1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6945" y="1072051"/>
            <a:ext cx="6200775" cy="4405693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algn="ctr">
              <a:lnSpc>
                <a:spcPts val="5830"/>
              </a:lnSpc>
              <a:spcBef>
                <a:spcPts val="835"/>
              </a:spcBef>
            </a:pPr>
            <a:r>
              <a:rPr sz="5400" spc="-10" dirty="0"/>
              <a:t>INTRODUCTION </a:t>
            </a:r>
            <a:r>
              <a:rPr sz="5400" spc="-25" dirty="0"/>
              <a:t>TO</a:t>
            </a:r>
            <a:endParaRPr sz="5400" dirty="0"/>
          </a:p>
          <a:p>
            <a:pPr marL="232410" algn="ctr">
              <a:lnSpc>
                <a:spcPct val="150000"/>
              </a:lnSpc>
            </a:pPr>
            <a:r>
              <a:rPr sz="5400" spc="-10" dirty="0" smtClean="0"/>
              <a:t>PYTHON</a:t>
            </a:r>
            <a:r>
              <a:rPr lang="en-IN" sz="5400" spc="-10" dirty="0" smtClean="0"/>
              <a:t/>
            </a:r>
            <a:br>
              <a:rPr lang="en-IN" sz="5400" spc="-10" dirty="0" smtClean="0"/>
            </a:br>
            <a:r>
              <a:rPr lang="en-IN" sz="2000" spc="-10" dirty="0" smtClean="0"/>
              <a:t>By:</a:t>
            </a:r>
            <a:br>
              <a:rPr lang="en-IN" sz="2000" spc="-10" dirty="0" smtClean="0"/>
            </a:br>
            <a:r>
              <a:rPr lang="en-IN" sz="2000" spc="-10" dirty="0" smtClean="0"/>
              <a:t>Ms. </a:t>
            </a:r>
            <a:r>
              <a:rPr lang="en-IN" sz="2000" spc="-10" dirty="0" err="1" smtClean="0"/>
              <a:t>Juli</a:t>
            </a:r>
            <a:r>
              <a:rPr lang="en-IN" sz="2000" spc="-10" dirty="0" smtClean="0"/>
              <a:t> Kamari </a:t>
            </a:r>
            <a:br>
              <a:rPr lang="en-IN" sz="2000" spc="-10" dirty="0" smtClean="0"/>
            </a:br>
            <a:r>
              <a:rPr lang="en-IN" sz="2000" spc="-10" dirty="0" smtClean="0"/>
              <a:t>Department of CSE</a:t>
            </a:r>
            <a:br>
              <a:rPr lang="en-IN" sz="2000" spc="-10" dirty="0" smtClean="0"/>
            </a:br>
            <a:r>
              <a:rPr lang="en-IN" sz="2000" spc="-10" dirty="0" smtClean="0"/>
              <a:t>IGDTUW, Delhi </a:t>
            </a:r>
            <a:br>
              <a:rPr lang="en-IN" sz="2000" spc="-10" dirty="0" smtClean="0"/>
            </a:b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778" rIns="0" bIns="0" rtlCol="0">
            <a:spAutoFit/>
          </a:bodyPr>
          <a:lstStyle/>
          <a:p>
            <a:pPr marL="299021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Python</a:t>
            </a:r>
            <a:r>
              <a:rPr spc="-20" dirty="0"/>
              <a:t> </a:t>
            </a:r>
            <a:r>
              <a:rPr spc="-50" dirty="0"/>
              <a:t>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18032" y="1373124"/>
            <a:ext cx="5016500" cy="4759960"/>
            <a:chOff x="1018032" y="1373124"/>
            <a:chExt cx="5016500" cy="4759960"/>
          </a:xfrm>
        </p:grpSpPr>
        <p:sp>
          <p:nvSpPr>
            <p:cNvPr id="4" name="object 4"/>
            <p:cNvSpPr/>
            <p:nvPr/>
          </p:nvSpPr>
          <p:spPr>
            <a:xfrm>
              <a:off x="3393948" y="1801368"/>
              <a:ext cx="2640330" cy="76200"/>
            </a:xfrm>
            <a:custGeom>
              <a:avLst/>
              <a:gdLst/>
              <a:ahLst/>
              <a:cxnLst/>
              <a:rect l="l" t="t" r="r" b="b"/>
              <a:pathLst>
                <a:path w="2640329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21" y="3175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2640329" h="76200">
                  <a:moveTo>
                    <a:pt x="2602103" y="0"/>
                  </a:moveTo>
                  <a:lnTo>
                    <a:pt x="2587255" y="2988"/>
                  </a:lnTo>
                  <a:lnTo>
                    <a:pt x="2575147" y="11144"/>
                  </a:lnTo>
                  <a:lnTo>
                    <a:pt x="2566991" y="23252"/>
                  </a:lnTo>
                  <a:lnTo>
                    <a:pt x="2564003" y="38100"/>
                  </a:lnTo>
                  <a:lnTo>
                    <a:pt x="2566991" y="52947"/>
                  </a:lnTo>
                  <a:lnTo>
                    <a:pt x="2575147" y="65055"/>
                  </a:lnTo>
                  <a:lnTo>
                    <a:pt x="2587255" y="73211"/>
                  </a:lnTo>
                  <a:lnTo>
                    <a:pt x="2602103" y="76200"/>
                  </a:lnTo>
                  <a:lnTo>
                    <a:pt x="2616950" y="73211"/>
                  </a:lnTo>
                  <a:lnTo>
                    <a:pt x="2629058" y="65055"/>
                  </a:lnTo>
                  <a:lnTo>
                    <a:pt x="2637214" y="52947"/>
                  </a:lnTo>
                  <a:lnTo>
                    <a:pt x="2638924" y="44450"/>
                  </a:lnTo>
                  <a:lnTo>
                    <a:pt x="2602103" y="44450"/>
                  </a:lnTo>
                  <a:lnTo>
                    <a:pt x="2602103" y="31750"/>
                  </a:lnTo>
                  <a:lnTo>
                    <a:pt x="2638924" y="31750"/>
                  </a:lnTo>
                  <a:lnTo>
                    <a:pt x="2637214" y="23252"/>
                  </a:lnTo>
                  <a:lnTo>
                    <a:pt x="2629058" y="11144"/>
                  </a:lnTo>
                  <a:lnTo>
                    <a:pt x="2616950" y="2988"/>
                  </a:lnTo>
                  <a:lnTo>
                    <a:pt x="2602103" y="0"/>
                  </a:lnTo>
                  <a:close/>
                </a:path>
                <a:path w="2640329" h="76200">
                  <a:moveTo>
                    <a:pt x="74921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1" y="44450"/>
                  </a:lnTo>
                  <a:lnTo>
                    <a:pt x="76200" y="38100"/>
                  </a:lnTo>
                  <a:lnTo>
                    <a:pt x="74921" y="31750"/>
                  </a:lnTo>
                  <a:close/>
                </a:path>
                <a:path w="2640329" h="76200">
                  <a:moveTo>
                    <a:pt x="2565281" y="31750"/>
                  </a:moveTo>
                  <a:lnTo>
                    <a:pt x="74921" y="31750"/>
                  </a:lnTo>
                  <a:lnTo>
                    <a:pt x="76200" y="38100"/>
                  </a:lnTo>
                  <a:lnTo>
                    <a:pt x="74921" y="44450"/>
                  </a:lnTo>
                  <a:lnTo>
                    <a:pt x="2565281" y="44450"/>
                  </a:lnTo>
                  <a:lnTo>
                    <a:pt x="2564003" y="38100"/>
                  </a:lnTo>
                  <a:lnTo>
                    <a:pt x="2565281" y="31750"/>
                  </a:lnTo>
                  <a:close/>
                </a:path>
                <a:path w="2640329" h="76200">
                  <a:moveTo>
                    <a:pt x="2638924" y="31750"/>
                  </a:moveTo>
                  <a:lnTo>
                    <a:pt x="2602103" y="31750"/>
                  </a:lnTo>
                  <a:lnTo>
                    <a:pt x="2602103" y="44450"/>
                  </a:lnTo>
                  <a:lnTo>
                    <a:pt x="2638924" y="44450"/>
                  </a:lnTo>
                  <a:lnTo>
                    <a:pt x="2640203" y="38100"/>
                  </a:lnTo>
                  <a:lnTo>
                    <a:pt x="2638924" y="31750"/>
                  </a:lnTo>
                  <a:close/>
                </a:path>
              </a:pathLst>
            </a:custGeom>
            <a:solidFill>
              <a:srgbClr val="006A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47516" y="5753100"/>
              <a:ext cx="2287270" cy="76200"/>
            </a:xfrm>
            <a:custGeom>
              <a:avLst/>
              <a:gdLst/>
              <a:ahLst/>
              <a:cxnLst/>
              <a:rect l="l" t="t" r="r" b="b"/>
              <a:pathLst>
                <a:path w="2287270" h="76200">
                  <a:moveTo>
                    <a:pt x="38100" y="0"/>
                  </a:moveTo>
                  <a:lnTo>
                    <a:pt x="23252" y="2993"/>
                  </a:lnTo>
                  <a:lnTo>
                    <a:pt x="11144" y="11158"/>
                  </a:lnTo>
                  <a:lnTo>
                    <a:pt x="2988" y="23268"/>
                  </a:lnTo>
                  <a:lnTo>
                    <a:pt x="0" y="38100"/>
                  </a:lnTo>
                  <a:lnTo>
                    <a:pt x="2988" y="52931"/>
                  </a:lnTo>
                  <a:lnTo>
                    <a:pt x="11144" y="65041"/>
                  </a:lnTo>
                  <a:lnTo>
                    <a:pt x="23252" y="73206"/>
                  </a:lnTo>
                  <a:lnTo>
                    <a:pt x="38100" y="76200"/>
                  </a:lnTo>
                  <a:lnTo>
                    <a:pt x="52947" y="73206"/>
                  </a:lnTo>
                  <a:lnTo>
                    <a:pt x="65055" y="65041"/>
                  </a:lnTo>
                  <a:lnTo>
                    <a:pt x="73211" y="52931"/>
                  </a:lnTo>
                  <a:lnTo>
                    <a:pt x="74920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20" y="31750"/>
                  </a:lnTo>
                  <a:lnTo>
                    <a:pt x="73211" y="23268"/>
                  </a:lnTo>
                  <a:lnTo>
                    <a:pt x="65055" y="11158"/>
                  </a:lnTo>
                  <a:lnTo>
                    <a:pt x="52947" y="2993"/>
                  </a:lnTo>
                  <a:lnTo>
                    <a:pt x="38100" y="0"/>
                  </a:lnTo>
                  <a:close/>
                </a:path>
                <a:path w="2287270" h="76200">
                  <a:moveTo>
                    <a:pt x="2248662" y="0"/>
                  </a:moveTo>
                  <a:lnTo>
                    <a:pt x="2233814" y="2993"/>
                  </a:lnTo>
                  <a:lnTo>
                    <a:pt x="2221706" y="11158"/>
                  </a:lnTo>
                  <a:lnTo>
                    <a:pt x="2213550" y="23268"/>
                  </a:lnTo>
                  <a:lnTo>
                    <a:pt x="2210562" y="38100"/>
                  </a:lnTo>
                  <a:lnTo>
                    <a:pt x="2213550" y="52931"/>
                  </a:lnTo>
                  <a:lnTo>
                    <a:pt x="2221706" y="65041"/>
                  </a:lnTo>
                  <a:lnTo>
                    <a:pt x="2233814" y="73206"/>
                  </a:lnTo>
                  <a:lnTo>
                    <a:pt x="2248662" y="76200"/>
                  </a:lnTo>
                  <a:lnTo>
                    <a:pt x="2263509" y="73206"/>
                  </a:lnTo>
                  <a:lnTo>
                    <a:pt x="2275617" y="65041"/>
                  </a:lnTo>
                  <a:lnTo>
                    <a:pt x="2283773" y="52931"/>
                  </a:lnTo>
                  <a:lnTo>
                    <a:pt x="2285482" y="44450"/>
                  </a:lnTo>
                  <a:lnTo>
                    <a:pt x="2248662" y="44450"/>
                  </a:lnTo>
                  <a:lnTo>
                    <a:pt x="2248662" y="31750"/>
                  </a:lnTo>
                  <a:lnTo>
                    <a:pt x="2285482" y="31750"/>
                  </a:lnTo>
                  <a:lnTo>
                    <a:pt x="2283773" y="23268"/>
                  </a:lnTo>
                  <a:lnTo>
                    <a:pt x="2275617" y="11158"/>
                  </a:lnTo>
                  <a:lnTo>
                    <a:pt x="2263509" y="2993"/>
                  </a:lnTo>
                  <a:lnTo>
                    <a:pt x="2248662" y="0"/>
                  </a:lnTo>
                  <a:close/>
                </a:path>
                <a:path w="2287270" h="76200">
                  <a:moveTo>
                    <a:pt x="74920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0" y="44450"/>
                  </a:lnTo>
                  <a:lnTo>
                    <a:pt x="76200" y="38100"/>
                  </a:lnTo>
                  <a:lnTo>
                    <a:pt x="74920" y="31750"/>
                  </a:lnTo>
                  <a:close/>
                </a:path>
                <a:path w="2287270" h="76200">
                  <a:moveTo>
                    <a:pt x="2211841" y="31750"/>
                  </a:moveTo>
                  <a:lnTo>
                    <a:pt x="74920" y="31750"/>
                  </a:lnTo>
                  <a:lnTo>
                    <a:pt x="76200" y="38100"/>
                  </a:lnTo>
                  <a:lnTo>
                    <a:pt x="74920" y="44450"/>
                  </a:lnTo>
                  <a:lnTo>
                    <a:pt x="2211841" y="44450"/>
                  </a:lnTo>
                  <a:lnTo>
                    <a:pt x="2210562" y="38100"/>
                  </a:lnTo>
                  <a:lnTo>
                    <a:pt x="2211841" y="31750"/>
                  </a:lnTo>
                  <a:close/>
                </a:path>
                <a:path w="2287270" h="76200">
                  <a:moveTo>
                    <a:pt x="2285482" y="31750"/>
                  </a:moveTo>
                  <a:lnTo>
                    <a:pt x="2248662" y="31750"/>
                  </a:lnTo>
                  <a:lnTo>
                    <a:pt x="2248662" y="44450"/>
                  </a:lnTo>
                  <a:lnTo>
                    <a:pt x="2285482" y="44450"/>
                  </a:lnTo>
                  <a:lnTo>
                    <a:pt x="2286762" y="38100"/>
                  </a:lnTo>
                  <a:lnTo>
                    <a:pt x="2285482" y="3175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0516" y="4337303"/>
              <a:ext cx="1144270" cy="76200"/>
            </a:xfrm>
            <a:custGeom>
              <a:avLst/>
              <a:gdLst/>
              <a:ahLst/>
              <a:cxnLst/>
              <a:rect l="l" t="t" r="r" b="b"/>
              <a:pathLst>
                <a:path w="114427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21" y="3175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1144270" h="76200">
                  <a:moveTo>
                    <a:pt x="1105789" y="0"/>
                  </a:moveTo>
                  <a:lnTo>
                    <a:pt x="1090941" y="2988"/>
                  </a:lnTo>
                  <a:lnTo>
                    <a:pt x="1078833" y="11144"/>
                  </a:lnTo>
                  <a:lnTo>
                    <a:pt x="1070677" y="23252"/>
                  </a:lnTo>
                  <a:lnTo>
                    <a:pt x="1067689" y="38100"/>
                  </a:lnTo>
                  <a:lnTo>
                    <a:pt x="1070677" y="52947"/>
                  </a:lnTo>
                  <a:lnTo>
                    <a:pt x="1078833" y="65055"/>
                  </a:lnTo>
                  <a:lnTo>
                    <a:pt x="1090941" y="73211"/>
                  </a:lnTo>
                  <a:lnTo>
                    <a:pt x="1105789" y="76200"/>
                  </a:lnTo>
                  <a:lnTo>
                    <a:pt x="1120636" y="73211"/>
                  </a:lnTo>
                  <a:lnTo>
                    <a:pt x="1132744" y="65055"/>
                  </a:lnTo>
                  <a:lnTo>
                    <a:pt x="1140900" y="52947"/>
                  </a:lnTo>
                  <a:lnTo>
                    <a:pt x="1142610" y="44450"/>
                  </a:lnTo>
                  <a:lnTo>
                    <a:pt x="1105789" y="44450"/>
                  </a:lnTo>
                  <a:lnTo>
                    <a:pt x="1105789" y="31750"/>
                  </a:lnTo>
                  <a:lnTo>
                    <a:pt x="1142610" y="31750"/>
                  </a:lnTo>
                  <a:lnTo>
                    <a:pt x="1140900" y="23252"/>
                  </a:lnTo>
                  <a:lnTo>
                    <a:pt x="1132744" y="11144"/>
                  </a:lnTo>
                  <a:lnTo>
                    <a:pt x="1120636" y="2988"/>
                  </a:lnTo>
                  <a:lnTo>
                    <a:pt x="1105789" y="0"/>
                  </a:lnTo>
                  <a:close/>
                </a:path>
                <a:path w="1144270" h="76200">
                  <a:moveTo>
                    <a:pt x="74921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1" y="44450"/>
                  </a:lnTo>
                  <a:lnTo>
                    <a:pt x="76200" y="38100"/>
                  </a:lnTo>
                  <a:lnTo>
                    <a:pt x="74921" y="31750"/>
                  </a:lnTo>
                  <a:close/>
                </a:path>
                <a:path w="1144270" h="76200">
                  <a:moveTo>
                    <a:pt x="1068967" y="31750"/>
                  </a:moveTo>
                  <a:lnTo>
                    <a:pt x="74921" y="31750"/>
                  </a:lnTo>
                  <a:lnTo>
                    <a:pt x="76200" y="38100"/>
                  </a:lnTo>
                  <a:lnTo>
                    <a:pt x="74921" y="44450"/>
                  </a:lnTo>
                  <a:lnTo>
                    <a:pt x="1068967" y="44450"/>
                  </a:lnTo>
                  <a:lnTo>
                    <a:pt x="1067689" y="38100"/>
                  </a:lnTo>
                  <a:lnTo>
                    <a:pt x="1068967" y="31750"/>
                  </a:lnTo>
                  <a:close/>
                </a:path>
                <a:path w="1144270" h="76200">
                  <a:moveTo>
                    <a:pt x="1142610" y="31750"/>
                  </a:moveTo>
                  <a:lnTo>
                    <a:pt x="1105789" y="31750"/>
                  </a:lnTo>
                  <a:lnTo>
                    <a:pt x="1105789" y="44450"/>
                  </a:lnTo>
                  <a:lnTo>
                    <a:pt x="1142610" y="44450"/>
                  </a:lnTo>
                  <a:lnTo>
                    <a:pt x="1143889" y="38100"/>
                  </a:lnTo>
                  <a:lnTo>
                    <a:pt x="1142610" y="31750"/>
                  </a:lnTo>
                  <a:close/>
                </a:path>
              </a:pathLst>
            </a:custGeom>
            <a:solidFill>
              <a:srgbClr val="FDA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46903" y="2921508"/>
              <a:ext cx="1087120" cy="76200"/>
            </a:xfrm>
            <a:custGeom>
              <a:avLst/>
              <a:gdLst/>
              <a:ahLst/>
              <a:cxnLst/>
              <a:rect l="l" t="t" r="r" b="b"/>
              <a:pathLst>
                <a:path w="108712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21" y="3175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1087120" h="76200">
                  <a:moveTo>
                    <a:pt x="1049020" y="0"/>
                  </a:moveTo>
                  <a:lnTo>
                    <a:pt x="1034226" y="2988"/>
                  </a:lnTo>
                  <a:lnTo>
                    <a:pt x="1022111" y="11144"/>
                  </a:lnTo>
                  <a:lnTo>
                    <a:pt x="1013926" y="23252"/>
                  </a:lnTo>
                  <a:lnTo>
                    <a:pt x="1010920" y="38100"/>
                  </a:lnTo>
                  <a:lnTo>
                    <a:pt x="1013926" y="52947"/>
                  </a:lnTo>
                  <a:lnTo>
                    <a:pt x="1022111" y="65055"/>
                  </a:lnTo>
                  <a:lnTo>
                    <a:pt x="1034226" y="73211"/>
                  </a:lnTo>
                  <a:lnTo>
                    <a:pt x="1049020" y="76200"/>
                  </a:lnTo>
                  <a:lnTo>
                    <a:pt x="1063867" y="73211"/>
                  </a:lnTo>
                  <a:lnTo>
                    <a:pt x="1075975" y="65055"/>
                  </a:lnTo>
                  <a:lnTo>
                    <a:pt x="1084131" y="52947"/>
                  </a:lnTo>
                  <a:lnTo>
                    <a:pt x="1085841" y="44450"/>
                  </a:lnTo>
                  <a:lnTo>
                    <a:pt x="1049020" y="44450"/>
                  </a:lnTo>
                  <a:lnTo>
                    <a:pt x="1049020" y="31750"/>
                  </a:lnTo>
                  <a:lnTo>
                    <a:pt x="1085841" y="31750"/>
                  </a:lnTo>
                  <a:lnTo>
                    <a:pt x="1084131" y="23252"/>
                  </a:lnTo>
                  <a:lnTo>
                    <a:pt x="1075975" y="11144"/>
                  </a:lnTo>
                  <a:lnTo>
                    <a:pt x="1063867" y="2988"/>
                  </a:lnTo>
                  <a:lnTo>
                    <a:pt x="1049020" y="0"/>
                  </a:lnTo>
                  <a:close/>
                </a:path>
                <a:path w="1087120" h="76200">
                  <a:moveTo>
                    <a:pt x="74921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1" y="44450"/>
                  </a:lnTo>
                  <a:lnTo>
                    <a:pt x="76200" y="38100"/>
                  </a:lnTo>
                  <a:lnTo>
                    <a:pt x="74921" y="31750"/>
                  </a:lnTo>
                  <a:close/>
                </a:path>
                <a:path w="1087120" h="76200">
                  <a:moveTo>
                    <a:pt x="1012205" y="31750"/>
                  </a:moveTo>
                  <a:lnTo>
                    <a:pt x="74921" y="31750"/>
                  </a:lnTo>
                  <a:lnTo>
                    <a:pt x="76200" y="38100"/>
                  </a:lnTo>
                  <a:lnTo>
                    <a:pt x="74921" y="44450"/>
                  </a:lnTo>
                  <a:lnTo>
                    <a:pt x="1012205" y="44450"/>
                  </a:lnTo>
                  <a:lnTo>
                    <a:pt x="1010920" y="38100"/>
                  </a:lnTo>
                  <a:lnTo>
                    <a:pt x="1012205" y="31750"/>
                  </a:lnTo>
                  <a:close/>
                </a:path>
                <a:path w="1087120" h="76200">
                  <a:moveTo>
                    <a:pt x="1085841" y="31750"/>
                  </a:moveTo>
                  <a:lnTo>
                    <a:pt x="1049020" y="31750"/>
                  </a:lnTo>
                  <a:lnTo>
                    <a:pt x="1049020" y="44450"/>
                  </a:lnTo>
                  <a:lnTo>
                    <a:pt x="1085841" y="44450"/>
                  </a:lnTo>
                  <a:lnTo>
                    <a:pt x="1087120" y="38100"/>
                  </a:lnTo>
                  <a:lnTo>
                    <a:pt x="1085841" y="31750"/>
                  </a:lnTo>
                  <a:close/>
                </a:path>
              </a:pathLst>
            </a:custGeom>
            <a:solidFill>
              <a:srgbClr val="46B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8032" y="2052828"/>
              <a:ext cx="3845560" cy="3685540"/>
            </a:xfrm>
            <a:custGeom>
              <a:avLst/>
              <a:gdLst/>
              <a:ahLst/>
              <a:cxnLst/>
              <a:rect l="l" t="t" r="r" b="b"/>
              <a:pathLst>
                <a:path w="3845560" h="3685540">
                  <a:moveTo>
                    <a:pt x="1922526" y="0"/>
                  </a:moveTo>
                  <a:lnTo>
                    <a:pt x="1872907" y="601"/>
                  </a:lnTo>
                  <a:lnTo>
                    <a:pt x="1823598" y="2397"/>
                  </a:lnTo>
                  <a:lnTo>
                    <a:pt x="1774613" y="5372"/>
                  </a:lnTo>
                  <a:lnTo>
                    <a:pt x="1725969" y="9512"/>
                  </a:lnTo>
                  <a:lnTo>
                    <a:pt x="1677678" y="14802"/>
                  </a:lnTo>
                  <a:lnTo>
                    <a:pt x="1629758" y="21228"/>
                  </a:lnTo>
                  <a:lnTo>
                    <a:pt x="1582223" y="28776"/>
                  </a:lnTo>
                  <a:lnTo>
                    <a:pt x="1535087" y="37431"/>
                  </a:lnTo>
                  <a:lnTo>
                    <a:pt x="1488367" y="47178"/>
                  </a:lnTo>
                  <a:lnTo>
                    <a:pt x="1442077" y="58003"/>
                  </a:lnTo>
                  <a:lnTo>
                    <a:pt x="1396232" y="69892"/>
                  </a:lnTo>
                  <a:lnTo>
                    <a:pt x="1350848" y="82830"/>
                  </a:lnTo>
                  <a:lnTo>
                    <a:pt x="1305939" y="96803"/>
                  </a:lnTo>
                  <a:lnTo>
                    <a:pt x="1261521" y="111796"/>
                  </a:lnTo>
                  <a:lnTo>
                    <a:pt x="1217609" y="127795"/>
                  </a:lnTo>
                  <a:lnTo>
                    <a:pt x="1174218" y="144785"/>
                  </a:lnTo>
                  <a:lnTo>
                    <a:pt x="1131362" y="162752"/>
                  </a:lnTo>
                  <a:lnTo>
                    <a:pt x="1089058" y="181682"/>
                  </a:lnTo>
                  <a:lnTo>
                    <a:pt x="1047320" y="201559"/>
                  </a:lnTo>
                  <a:lnTo>
                    <a:pt x="1006163" y="222370"/>
                  </a:lnTo>
                  <a:lnTo>
                    <a:pt x="965602" y="244099"/>
                  </a:lnTo>
                  <a:lnTo>
                    <a:pt x="925653" y="266733"/>
                  </a:lnTo>
                  <a:lnTo>
                    <a:pt x="886331" y="290257"/>
                  </a:lnTo>
                  <a:lnTo>
                    <a:pt x="847650" y="314657"/>
                  </a:lnTo>
                  <a:lnTo>
                    <a:pt x="809626" y="339918"/>
                  </a:lnTo>
                  <a:lnTo>
                    <a:pt x="772274" y="366025"/>
                  </a:lnTo>
                  <a:lnTo>
                    <a:pt x="735609" y="392965"/>
                  </a:lnTo>
                  <a:lnTo>
                    <a:pt x="699646" y="420722"/>
                  </a:lnTo>
                  <a:lnTo>
                    <a:pt x="664400" y="449282"/>
                  </a:lnTo>
                  <a:lnTo>
                    <a:pt x="629887" y="478632"/>
                  </a:lnTo>
                  <a:lnTo>
                    <a:pt x="596121" y="508755"/>
                  </a:lnTo>
                  <a:lnTo>
                    <a:pt x="563118" y="539638"/>
                  </a:lnTo>
                  <a:lnTo>
                    <a:pt x="530892" y="571267"/>
                  </a:lnTo>
                  <a:lnTo>
                    <a:pt x="499459" y="603627"/>
                  </a:lnTo>
                  <a:lnTo>
                    <a:pt x="468833" y="636702"/>
                  </a:lnTo>
                  <a:lnTo>
                    <a:pt x="439031" y="670480"/>
                  </a:lnTo>
                  <a:lnTo>
                    <a:pt x="410067" y="704946"/>
                  </a:lnTo>
                  <a:lnTo>
                    <a:pt x="381955" y="740084"/>
                  </a:lnTo>
                  <a:lnTo>
                    <a:pt x="354713" y="775881"/>
                  </a:lnTo>
                  <a:lnTo>
                    <a:pt x="328353" y="812322"/>
                  </a:lnTo>
                  <a:lnTo>
                    <a:pt x="302892" y="849393"/>
                  </a:lnTo>
                  <a:lnTo>
                    <a:pt x="278344" y="887078"/>
                  </a:lnTo>
                  <a:lnTo>
                    <a:pt x="254726" y="925365"/>
                  </a:lnTo>
                  <a:lnTo>
                    <a:pt x="232050" y="964237"/>
                  </a:lnTo>
                  <a:lnTo>
                    <a:pt x="210334" y="1003682"/>
                  </a:lnTo>
                  <a:lnTo>
                    <a:pt x="189592" y="1043684"/>
                  </a:lnTo>
                  <a:lnTo>
                    <a:pt x="169839" y="1084228"/>
                  </a:lnTo>
                  <a:lnTo>
                    <a:pt x="151090" y="1125301"/>
                  </a:lnTo>
                  <a:lnTo>
                    <a:pt x="133360" y="1166888"/>
                  </a:lnTo>
                  <a:lnTo>
                    <a:pt x="116665" y="1208974"/>
                  </a:lnTo>
                  <a:lnTo>
                    <a:pt x="101019" y="1251545"/>
                  </a:lnTo>
                  <a:lnTo>
                    <a:pt x="86438" y="1294586"/>
                  </a:lnTo>
                  <a:lnTo>
                    <a:pt x="72936" y="1338084"/>
                  </a:lnTo>
                  <a:lnTo>
                    <a:pt x="60530" y="1382023"/>
                  </a:lnTo>
                  <a:lnTo>
                    <a:pt x="49233" y="1426389"/>
                  </a:lnTo>
                  <a:lnTo>
                    <a:pt x="39061" y="1471168"/>
                  </a:lnTo>
                  <a:lnTo>
                    <a:pt x="30029" y="1516345"/>
                  </a:lnTo>
                  <a:lnTo>
                    <a:pt x="22153" y="1561905"/>
                  </a:lnTo>
                  <a:lnTo>
                    <a:pt x="15447" y="1607835"/>
                  </a:lnTo>
                  <a:lnTo>
                    <a:pt x="9926" y="1654119"/>
                  </a:lnTo>
                  <a:lnTo>
                    <a:pt x="5606" y="1700744"/>
                  </a:lnTo>
                  <a:lnTo>
                    <a:pt x="2501" y="1747695"/>
                  </a:lnTo>
                  <a:lnTo>
                    <a:pt x="627" y="1794957"/>
                  </a:lnTo>
                  <a:lnTo>
                    <a:pt x="0" y="1842516"/>
                  </a:lnTo>
                  <a:lnTo>
                    <a:pt x="627" y="1890074"/>
                  </a:lnTo>
                  <a:lnTo>
                    <a:pt x="2501" y="1937336"/>
                  </a:lnTo>
                  <a:lnTo>
                    <a:pt x="5606" y="1984287"/>
                  </a:lnTo>
                  <a:lnTo>
                    <a:pt x="9926" y="2030912"/>
                  </a:lnTo>
                  <a:lnTo>
                    <a:pt x="15447" y="2077196"/>
                  </a:lnTo>
                  <a:lnTo>
                    <a:pt x="22153" y="2123126"/>
                  </a:lnTo>
                  <a:lnTo>
                    <a:pt x="30029" y="2168686"/>
                  </a:lnTo>
                  <a:lnTo>
                    <a:pt x="39061" y="2213863"/>
                  </a:lnTo>
                  <a:lnTo>
                    <a:pt x="49233" y="2258642"/>
                  </a:lnTo>
                  <a:lnTo>
                    <a:pt x="60530" y="2303008"/>
                  </a:lnTo>
                  <a:lnTo>
                    <a:pt x="72936" y="2346947"/>
                  </a:lnTo>
                  <a:lnTo>
                    <a:pt x="86438" y="2390445"/>
                  </a:lnTo>
                  <a:lnTo>
                    <a:pt x="101019" y="2433486"/>
                  </a:lnTo>
                  <a:lnTo>
                    <a:pt x="116665" y="2476057"/>
                  </a:lnTo>
                  <a:lnTo>
                    <a:pt x="133360" y="2518143"/>
                  </a:lnTo>
                  <a:lnTo>
                    <a:pt x="151090" y="2559730"/>
                  </a:lnTo>
                  <a:lnTo>
                    <a:pt x="169839" y="2600803"/>
                  </a:lnTo>
                  <a:lnTo>
                    <a:pt x="189592" y="2641347"/>
                  </a:lnTo>
                  <a:lnTo>
                    <a:pt x="210334" y="2681349"/>
                  </a:lnTo>
                  <a:lnTo>
                    <a:pt x="232050" y="2720794"/>
                  </a:lnTo>
                  <a:lnTo>
                    <a:pt x="254726" y="2759666"/>
                  </a:lnTo>
                  <a:lnTo>
                    <a:pt x="278344" y="2797953"/>
                  </a:lnTo>
                  <a:lnTo>
                    <a:pt x="302892" y="2835638"/>
                  </a:lnTo>
                  <a:lnTo>
                    <a:pt x="328353" y="2872709"/>
                  </a:lnTo>
                  <a:lnTo>
                    <a:pt x="354713" y="2909150"/>
                  </a:lnTo>
                  <a:lnTo>
                    <a:pt x="381955" y="2944947"/>
                  </a:lnTo>
                  <a:lnTo>
                    <a:pt x="410067" y="2980085"/>
                  </a:lnTo>
                  <a:lnTo>
                    <a:pt x="439031" y="3014551"/>
                  </a:lnTo>
                  <a:lnTo>
                    <a:pt x="468833" y="3048329"/>
                  </a:lnTo>
                  <a:lnTo>
                    <a:pt x="499459" y="3081404"/>
                  </a:lnTo>
                  <a:lnTo>
                    <a:pt x="530892" y="3113764"/>
                  </a:lnTo>
                  <a:lnTo>
                    <a:pt x="563117" y="3145393"/>
                  </a:lnTo>
                  <a:lnTo>
                    <a:pt x="596121" y="3176276"/>
                  </a:lnTo>
                  <a:lnTo>
                    <a:pt x="629887" y="3206399"/>
                  </a:lnTo>
                  <a:lnTo>
                    <a:pt x="664400" y="3235749"/>
                  </a:lnTo>
                  <a:lnTo>
                    <a:pt x="699646" y="3264309"/>
                  </a:lnTo>
                  <a:lnTo>
                    <a:pt x="735609" y="3292066"/>
                  </a:lnTo>
                  <a:lnTo>
                    <a:pt x="772274" y="3319006"/>
                  </a:lnTo>
                  <a:lnTo>
                    <a:pt x="809626" y="3345113"/>
                  </a:lnTo>
                  <a:lnTo>
                    <a:pt x="847650" y="3370374"/>
                  </a:lnTo>
                  <a:lnTo>
                    <a:pt x="886331" y="3394774"/>
                  </a:lnTo>
                  <a:lnTo>
                    <a:pt x="925653" y="3418298"/>
                  </a:lnTo>
                  <a:lnTo>
                    <a:pt x="965602" y="3440932"/>
                  </a:lnTo>
                  <a:lnTo>
                    <a:pt x="1006163" y="3462661"/>
                  </a:lnTo>
                  <a:lnTo>
                    <a:pt x="1047320" y="3483472"/>
                  </a:lnTo>
                  <a:lnTo>
                    <a:pt x="1089058" y="3503349"/>
                  </a:lnTo>
                  <a:lnTo>
                    <a:pt x="1131362" y="3522279"/>
                  </a:lnTo>
                  <a:lnTo>
                    <a:pt x="1174218" y="3540246"/>
                  </a:lnTo>
                  <a:lnTo>
                    <a:pt x="1217609" y="3557236"/>
                  </a:lnTo>
                  <a:lnTo>
                    <a:pt x="1261521" y="3573235"/>
                  </a:lnTo>
                  <a:lnTo>
                    <a:pt x="1305939" y="3588228"/>
                  </a:lnTo>
                  <a:lnTo>
                    <a:pt x="1350848" y="3602201"/>
                  </a:lnTo>
                  <a:lnTo>
                    <a:pt x="1396232" y="3615139"/>
                  </a:lnTo>
                  <a:lnTo>
                    <a:pt x="1442077" y="3627028"/>
                  </a:lnTo>
                  <a:lnTo>
                    <a:pt x="1488367" y="3637853"/>
                  </a:lnTo>
                  <a:lnTo>
                    <a:pt x="1535087" y="3647600"/>
                  </a:lnTo>
                  <a:lnTo>
                    <a:pt x="1582223" y="3656255"/>
                  </a:lnTo>
                  <a:lnTo>
                    <a:pt x="1629758" y="3663803"/>
                  </a:lnTo>
                  <a:lnTo>
                    <a:pt x="1677678" y="3670229"/>
                  </a:lnTo>
                  <a:lnTo>
                    <a:pt x="1725969" y="3675519"/>
                  </a:lnTo>
                  <a:lnTo>
                    <a:pt x="1774613" y="3679659"/>
                  </a:lnTo>
                  <a:lnTo>
                    <a:pt x="1823598" y="3682634"/>
                  </a:lnTo>
                  <a:lnTo>
                    <a:pt x="1872907" y="3684430"/>
                  </a:lnTo>
                  <a:lnTo>
                    <a:pt x="1922526" y="3685032"/>
                  </a:lnTo>
                  <a:lnTo>
                    <a:pt x="1972144" y="3684430"/>
                  </a:lnTo>
                  <a:lnTo>
                    <a:pt x="2021453" y="3682634"/>
                  </a:lnTo>
                  <a:lnTo>
                    <a:pt x="2070438" y="3679659"/>
                  </a:lnTo>
                  <a:lnTo>
                    <a:pt x="2119082" y="3675519"/>
                  </a:lnTo>
                  <a:lnTo>
                    <a:pt x="2167373" y="3670229"/>
                  </a:lnTo>
                  <a:lnTo>
                    <a:pt x="2215293" y="3663803"/>
                  </a:lnTo>
                  <a:lnTo>
                    <a:pt x="2262828" y="3656255"/>
                  </a:lnTo>
                  <a:lnTo>
                    <a:pt x="2309964" y="3647600"/>
                  </a:lnTo>
                  <a:lnTo>
                    <a:pt x="2356684" y="3637853"/>
                  </a:lnTo>
                  <a:lnTo>
                    <a:pt x="2402974" y="3627028"/>
                  </a:lnTo>
                  <a:lnTo>
                    <a:pt x="2448819" y="3615139"/>
                  </a:lnTo>
                  <a:lnTo>
                    <a:pt x="2494203" y="3602201"/>
                  </a:lnTo>
                  <a:lnTo>
                    <a:pt x="2539112" y="3588228"/>
                  </a:lnTo>
                  <a:lnTo>
                    <a:pt x="2583530" y="3573235"/>
                  </a:lnTo>
                  <a:lnTo>
                    <a:pt x="2627442" y="3557236"/>
                  </a:lnTo>
                  <a:lnTo>
                    <a:pt x="2670833" y="3540246"/>
                  </a:lnTo>
                  <a:lnTo>
                    <a:pt x="2713689" y="3522279"/>
                  </a:lnTo>
                  <a:lnTo>
                    <a:pt x="2755993" y="3503349"/>
                  </a:lnTo>
                  <a:lnTo>
                    <a:pt x="2797731" y="3483472"/>
                  </a:lnTo>
                  <a:lnTo>
                    <a:pt x="2838888" y="3462661"/>
                  </a:lnTo>
                  <a:lnTo>
                    <a:pt x="2879449" y="3440932"/>
                  </a:lnTo>
                  <a:lnTo>
                    <a:pt x="2919398" y="3418298"/>
                  </a:lnTo>
                  <a:lnTo>
                    <a:pt x="2958720" y="3394774"/>
                  </a:lnTo>
                  <a:lnTo>
                    <a:pt x="2997401" y="3370374"/>
                  </a:lnTo>
                  <a:lnTo>
                    <a:pt x="3035425" y="3345113"/>
                  </a:lnTo>
                  <a:lnTo>
                    <a:pt x="3072777" y="3319006"/>
                  </a:lnTo>
                  <a:lnTo>
                    <a:pt x="3109442" y="3292066"/>
                  </a:lnTo>
                  <a:lnTo>
                    <a:pt x="3145405" y="3264309"/>
                  </a:lnTo>
                  <a:lnTo>
                    <a:pt x="3180651" y="3235749"/>
                  </a:lnTo>
                  <a:lnTo>
                    <a:pt x="3215164" y="3206399"/>
                  </a:lnTo>
                  <a:lnTo>
                    <a:pt x="3248930" y="3176276"/>
                  </a:lnTo>
                  <a:lnTo>
                    <a:pt x="3281934" y="3145393"/>
                  </a:lnTo>
                  <a:lnTo>
                    <a:pt x="3314159" y="3113764"/>
                  </a:lnTo>
                  <a:lnTo>
                    <a:pt x="3345592" y="3081404"/>
                  </a:lnTo>
                  <a:lnTo>
                    <a:pt x="3376218" y="3048329"/>
                  </a:lnTo>
                  <a:lnTo>
                    <a:pt x="3406020" y="3014551"/>
                  </a:lnTo>
                  <a:lnTo>
                    <a:pt x="3434984" y="2980085"/>
                  </a:lnTo>
                  <a:lnTo>
                    <a:pt x="3463096" y="2944947"/>
                  </a:lnTo>
                  <a:lnTo>
                    <a:pt x="3490338" y="2909150"/>
                  </a:lnTo>
                  <a:lnTo>
                    <a:pt x="3516698" y="2872709"/>
                  </a:lnTo>
                  <a:lnTo>
                    <a:pt x="3542159" y="2835638"/>
                  </a:lnTo>
                  <a:lnTo>
                    <a:pt x="3566707" y="2797953"/>
                  </a:lnTo>
                  <a:lnTo>
                    <a:pt x="3590325" y="2759666"/>
                  </a:lnTo>
                  <a:lnTo>
                    <a:pt x="3613001" y="2720794"/>
                  </a:lnTo>
                  <a:lnTo>
                    <a:pt x="3634717" y="2681349"/>
                  </a:lnTo>
                  <a:lnTo>
                    <a:pt x="3655459" y="2641347"/>
                  </a:lnTo>
                  <a:lnTo>
                    <a:pt x="3675212" y="2600803"/>
                  </a:lnTo>
                  <a:lnTo>
                    <a:pt x="3693961" y="2559730"/>
                  </a:lnTo>
                  <a:lnTo>
                    <a:pt x="3711691" y="2518143"/>
                  </a:lnTo>
                  <a:lnTo>
                    <a:pt x="3728386" y="2476057"/>
                  </a:lnTo>
                  <a:lnTo>
                    <a:pt x="3744032" y="2433486"/>
                  </a:lnTo>
                  <a:lnTo>
                    <a:pt x="3758613" y="2390445"/>
                  </a:lnTo>
                  <a:lnTo>
                    <a:pt x="3772115" y="2346947"/>
                  </a:lnTo>
                  <a:lnTo>
                    <a:pt x="3784521" y="2303008"/>
                  </a:lnTo>
                  <a:lnTo>
                    <a:pt x="3795818" y="2258642"/>
                  </a:lnTo>
                  <a:lnTo>
                    <a:pt x="3805990" y="2213863"/>
                  </a:lnTo>
                  <a:lnTo>
                    <a:pt x="3815022" y="2168686"/>
                  </a:lnTo>
                  <a:lnTo>
                    <a:pt x="3822898" y="2123126"/>
                  </a:lnTo>
                  <a:lnTo>
                    <a:pt x="3829604" y="2077196"/>
                  </a:lnTo>
                  <a:lnTo>
                    <a:pt x="3835125" y="2030912"/>
                  </a:lnTo>
                  <a:lnTo>
                    <a:pt x="3839445" y="1984287"/>
                  </a:lnTo>
                  <a:lnTo>
                    <a:pt x="3842550" y="1937336"/>
                  </a:lnTo>
                  <a:lnTo>
                    <a:pt x="3844424" y="1890074"/>
                  </a:lnTo>
                  <a:lnTo>
                    <a:pt x="3845052" y="1842516"/>
                  </a:lnTo>
                  <a:lnTo>
                    <a:pt x="3844424" y="1794957"/>
                  </a:lnTo>
                  <a:lnTo>
                    <a:pt x="3842550" y="1747695"/>
                  </a:lnTo>
                  <a:lnTo>
                    <a:pt x="3839445" y="1700744"/>
                  </a:lnTo>
                  <a:lnTo>
                    <a:pt x="3835125" y="1654119"/>
                  </a:lnTo>
                  <a:lnTo>
                    <a:pt x="3829604" y="1607835"/>
                  </a:lnTo>
                  <a:lnTo>
                    <a:pt x="3822898" y="1561905"/>
                  </a:lnTo>
                  <a:lnTo>
                    <a:pt x="3815022" y="1516345"/>
                  </a:lnTo>
                  <a:lnTo>
                    <a:pt x="3805990" y="1471168"/>
                  </a:lnTo>
                  <a:lnTo>
                    <a:pt x="3795818" y="1426389"/>
                  </a:lnTo>
                  <a:lnTo>
                    <a:pt x="3784521" y="1382023"/>
                  </a:lnTo>
                  <a:lnTo>
                    <a:pt x="3772115" y="1338084"/>
                  </a:lnTo>
                  <a:lnTo>
                    <a:pt x="3758613" y="1294586"/>
                  </a:lnTo>
                  <a:lnTo>
                    <a:pt x="3744032" y="1251545"/>
                  </a:lnTo>
                  <a:lnTo>
                    <a:pt x="3728386" y="1208974"/>
                  </a:lnTo>
                  <a:lnTo>
                    <a:pt x="3711691" y="1166888"/>
                  </a:lnTo>
                  <a:lnTo>
                    <a:pt x="3693961" y="1125301"/>
                  </a:lnTo>
                  <a:lnTo>
                    <a:pt x="3675212" y="1084228"/>
                  </a:lnTo>
                  <a:lnTo>
                    <a:pt x="3655459" y="1043684"/>
                  </a:lnTo>
                  <a:lnTo>
                    <a:pt x="3634717" y="1003682"/>
                  </a:lnTo>
                  <a:lnTo>
                    <a:pt x="3613001" y="964237"/>
                  </a:lnTo>
                  <a:lnTo>
                    <a:pt x="3590325" y="925365"/>
                  </a:lnTo>
                  <a:lnTo>
                    <a:pt x="3566707" y="887078"/>
                  </a:lnTo>
                  <a:lnTo>
                    <a:pt x="3542159" y="849393"/>
                  </a:lnTo>
                  <a:lnTo>
                    <a:pt x="3516698" y="812322"/>
                  </a:lnTo>
                  <a:lnTo>
                    <a:pt x="3490338" y="775881"/>
                  </a:lnTo>
                  <a:lnTo>
                    <a:pt x="3463096" y="740084"/>
                  </a:lnTo>
                  <a:lnTo>
                    <a:pt x="3434984" y="704946"/>
                  </a:lnTo>
                  <a:lnTo>
                    <a:pt x="3406020" y="670480"/>
                  </a:lnTo>
                  <a:lnTo>
                    <a:pt x="3376218" y="636702"/>
                  </a:lnTo>
                  <a:lnTo>
                    <a:pt x="3345592" y="603627"/>
                  </a:lnTo>
                  <a:lnTo>
                    <a:pt x="3314159" y="571267"/>
                  </a:lnTo>
                  <a:lnTo>
                    <a:pt x="3281933" y="539638"/>
                  </a:lnTo>
                  <a:lnTo>
                    <a:pt x="3248930" y="508755"/>
                  </a:lnTo>
                  <a:lnTo>
                    <a:pt x="3215164" y="478632"/>
                  </a:lnTo>
                  <a:lnTo>
                    <a:pt x="3180651" y="449282"/>
                  </a:lnTo>
                  <a:lnTo>
                    <a:pt x="3145405" y="420722"/>
                  </a:lnTo>
                  <a:lnTo>
                    <a:pt x="3109442" y="392965"/>
                  </a:lnTo>
                  <a:lnTo>
                    <a:pt x="3072777" y="366025"/>
                  </a:lnTo>
                  <a:lnTo>
                    <a:pt x="3035425" y="339918"/>
                  </a:lnTo>
                  <a:lnTo>
                    <a:pt x="2997401" y="314657"/>
                  </a:lnTo>
                  <a:lnTo>
                    <a:pt x="2958720" y="290257"/>
                  </a:lnTo>
                  <a:lnTo>
                    <a:pt x="2919398" y="266733"/>
                  </a:lnTo>
                  <a:lnTo>
                    <a:pt x="2879449" y="244099"/>
                  </a:lnTo>
                  <a:lnTo>
                    <a:pt x="2838888" y="222370"/>
                  </a:lnTo>
                  <a:lnTo>
                    <a:pt x="2797731" y="201559"/>
                  </a:lnTo>
                  <a:lnTo>
                    <a:pt x="2755993" y="181682"/>
                  </a:lnTo>
                  <a:lnTo>
                    <a:pt x="2713689" y="162752"/>
                  </a:lnTo>
                  <a:lnTo>
                    <a:pt x="2670833" y="144785"/>
                  </a:lnTo>
                  <a:lnTo>
                    <a:pt x="2627442" y="127795"/>
                  </a:lnTo>
                  <a:lnTo>
                    <a:pt x="2583530" y="111796"/>
                  </a:lnTo>
                  <a:lnTo>
                    <a:pt x="2539112" y="96803"/>
                  </a:lnTo>
                  <a:lnTo>
                    <a:pt x="2494203" y="82830"/>
                  </a:lnTo>
                  <a:lnTo>
                    <a:pt x="2448819" y="69892"/>
                  </a:lnTo>
                  <a:lnTo>
                    <a:pt x="2402974" y="58003"/>
                  </a:lnTo>
                  <a:lnTo>
                    <a:pt x="2356684" y="47178"/>
                  </a:lnTo>
                  <a:lnTo>
                    <a:pt x="2309964" y="37431"/>
                  </a:lnTo>
                  <a:lnTo>
                    <a:pt x="2262828" y="28776"/>
                  </a:lnTo>
                  <a:lnTo>
                    <a:pt x="2215293" y="21228"/>
                  </a:lnTo>
                  <a:lnTo>
                    <a:pt x="2167373" y="14802"/>
                  </a:lnTo>
                  <a:lnTo>
                    <a:pt x="2119082" y="9512"/>
                  </a:lnTo>
                  <a:lnTo>
                    <a:pt x="2070438" y="5372"/>
                  </a:lnTo>
                  <a:lnTo>
                    <a:pt x="2021453" y="2397"/>
                  </a:lnTo>
                  <a:lnTo>
                    <a:pt x="1972144" y="601"/>
                  </a:lnTo>
                  <a:lnTo>
                    <a:pt x="19225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7500" y="4564380"/>
              <a:ext cx="1548384" cy="15681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97124" y="4578096"/>
              <a:ext cx="1473835" cy="1494155"/>
            </a:xfrm>
            <a:custGeom>
              <a:avLst/>
              <a:gdLst/>
              <a:ahLst/>
              <a:cxnLst/>
              <a:rect l="l" t="t" r="r" b="b"/>
              <a:pathLst>
                <a:path w="1473835" h="1494154">
                  <a:moveTo>
                    <a:pt x="499110" y="0"/>
                  </a:moveTo>
                  <a:lnTo>
                    <a:pt x="0" y="127507"/>
                  </a:lnTo>
                  <a:lnTo>
                    <a:pt x="4699" y="1493697"/>
                  </a:lnTo>
                  <a:lnTo>
                    <a:pt x="143309" y="1492060"/>
                  </a:lnTo>
                  <a:lnTo>
                    <a:pt x="496744" y="1446444"/>
                  </a:lnTo>
                  <a:lnTo>
                    <a:pt x="971409" y="1295790"/>
                  </a:lnTo>
                  <a:lnTo>
                    <a:pt x="1473708" y="979042"/>
                  </a:lnTo>
                  <a:lnTo>
                    <a:pt x="1297813" y="437133"/>
                  </a:lnTo>
                  <a:lnTo>
                    <a:pt x="831976" y="91058"/>
                  </a:lnTo>
                  <a:lnTo>
                    <a:pt x="499110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7372" y="3890784"/>
              <a:ext cx="1964436" cy="18486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96996" y="3904488"/>
              <a:ext cx="1889760" cy="1774189"/>
            </a:xfrm>
            <a:custGeom>
              <a:avLst/>
              <a:gdLst/>
              <a:ahLst/>
              <a:cxnLst/>
              <a:rect l="l" t="t" r="r" b="b"/>
              <a:pathLst>
                <a:path w="1889760" h="1774189">
                  <a:moveTo>
                    <a:pt x="1889759" y="0"/>
                  </a:moveTo>
                  <a:lnTo>
                    <a:pt x="379856" y="127381"/>
                  </a:lnTo>
                  <a:lnTo>
                    <a:pt x="0" y="673226"/>
                  </a:lnTo>
                  <a:lnTo>
                    <a:pt x="1096771" y="1773936"/>
                  </a:lnTo>
                  <a:lnTo>
                    <a:pt x="1533691" y="1247306"/>
                  </a:lnTo>
                  <a:lnTo>
                    <a:pt x="1768062" y="709580"/>
                  </a:lnTo>
                  <a:lnTo>
                    <a:pt x="1862653" y="291250"/>
                  </a:lnTo>
                  <a:lnTo>
                    <a:pt x="1880234" y="122809"/>
                  </a:lnTo>
                  <a:lnTo>
                    <a:pt x="1889759" y="0"/>
                  </a:lnTo>
                  <a:close/>
                </a:path>
              </a:pathLst>
            </a:custGeom>
            <a:solidFill>
              <a:srgbClr val="FDA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4720" y="2151888"/>
              <a:ext cx="1990344" cy="19415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14344" y="2165604"/>
              <a:ext cx="1915795" cy="1866900"/>
            </a:xfrm>
            <a:custGeom>
              <a:avLst/>
              <a:gdLst/>
              <a:ahLst/>
              <a:cxnLst/>
              <a:rect l="l" t="t" r="r" b="b"/>
              <a:pathLst>
                <a:path w="1915795" h="1866900">
                  <a:moveTo>
                    <a:pt x="1055242" y="0"/>
                  </a:moveTo>
                  <a:lnTo>
                    <a:pt x="0" y="1165733"/>
                  </a:lnTo>
                  <a:lnTo>
                    <a:pt x="261365" y="1866900"/>
                  </a:lnTo>
                  <a:lnTo>
                    <a:pt x="1915540" y="1862328"/>
                  </a:lnTo>
                  <a:lnTo>
                    <a:pt x="1799433" y="1118600"/>
                  </a:lnTo>
                  <a:lnTo>
                    <a:pt x="1539414" y="556704"/>
                  </a:lnTo>
                  <a:lnTo>
                    <a:pt x="1278514" y="201406"/>
                  </a:lnTo>
                  <a:lnTo>
                    <a:pt x="1159764" y="77470"/>
                  </a:lnTo>
                  <a:lnTo>
                    <a:pt x="1055242" y="0"/>
                  </a:lnTo>
                  <a:close/>
                </a:path>
              </a:pathLst>
            </a:custGeom>
            <a:solidFill>
              <a:srgbClr val="46B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7667" y="1373124"/>
              <a:ext cx="2116835" cy="203301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17292" y="1388237"/>
              <a:ext cx="2042160" cy="1957070"/>
            </a:xfrm>
            <a:custGeom>
              <a:avLst/>
              <a:gdLst/>
              <a:ahLst/>
              <a:cxnLst/>
              <a:rect l="l" t="t" r="r" b="b"/>
              <a:pathLst>
                <a:path w="2042160" h="1957070">
                  <a:moveTo>
                    <a:pt x="0" y="0"/>
                  </a:moveTo>
                  <a:lnTo>
                    <a:pt x="33274" y="1715770"/>
                  </a:lnTo>
                  <a:lnTo>
                    <a:pt x="840612" y="1956942"/>
                  </a:lnTo>
                  <a:lnTo>
                    <a:pt x="2042159" y="769112"/>
                  </a:lnTo>
                  <a:lnTo>
                    <a:pt x="1898058" y="645098"/>
                  </a:lnTo>
                  <a:lnTo>
                    <a:pt x="1487709" y="374316"/>
                  </a:lnTo>
                  <a:lnTo>
                    <a:pt x="844045" y="1086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A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4332" y="2916936"/>
              <a:ext cx="2087880" cy="20040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933956" y="2930652"/>
              <a:ext cx="2013585" cy="1929764"/>
            </a:xfrm>
            <a:custGeom>
              <a:avLst/>
              <a:gdLst/>
              <a:ahLst/>
              <a:cxnLst/>
              <a:rect l="l" t="t" r="r" b="b"/>
              <a:pathLst>
                <a:path w="2013585" h="1929764">
                  <a:moveTo>
                    <a:pt x="1006601" y="0"/>
                  </a:moveTo>
                  <a:lnTo>
                    <a:pt x="957835" y="1112"/>
                  </a:lnTo>
                  <a:lnTo>
                    <a:pt x="909667" y="4416"/>
                  </a:lnTo>
                  <a:lnTo>
                    <a:pt x="862151" y="9860"/>
                  </a:lnTo>
                  <a:lnTo>
                    <a:pt x="815338" y="17395"/>
                  </a:lnTo>
                  <a:lnTo>
                    <a:pt x="769282" y="26969"/>
                  </a:lnTo>
                  <a:lnTo>
                    <a:pt x="724036" y="38533"/>
                  </a:lnTo>
                  <a:lnTo>
                    <a:pt x="679652" y="52035"/>
                  </a:lnTo>
                  <a:lnTo>
                    <a:pt x="636183" y="67425"/>
                  </a:lnTo>
                  <a:lnTo>
                    <a:pt x="593682" y="84653"/>
                  </a:lnTo>
                  <a:lnTo>
                    <a:pt x="552202" y="103667"/>
                  </a:lnTo>
                  <a:lnTo>
                    <a:pt x="511795" y="124418"/>
                  </a:lnTo>
                  <a:lnTo>
                    <a:pt x="472514" y="146855"/>
                  </a:lnTo>
                  <a:lnTo>
                    <a:pt x="434411" y="170928"/>
                  </a:lnTo>
                  <a:lnTo>
                    <a:pt x="397541" y="196584"/>
                  </a:lnTo>
                  <a:lnTo>
                    <a:pt x="361954" y="223776"/>
                  </a:lnTo>
                  <a:lnTo>
                    <a:pt x="327705" y="252451"/>
                  </a:lnTo>
                  <a:lnTo>
                    <a:pt x="294846" y="282559"/>
                  </a:lnTo>
                  <a:lnTo>
                    <a:pt x="263429" y="314049"/>
                  </a:lnTo>
                  <a:lnTo>
                    <a:pt x="233508" y="346872"/>
                  </a:lnTo>
                  <a:lnTo>
                    <a:pt x="205134" y="380976"/>
                  </a:lnTo>
                  <a:lnTo>
                    <a:pt x="178362" y="416311"/>
                  </a:lnTo>
                  <a:lnTo>
                    <a:pt x="153243" y="452827"/>
                  </a:lnTo>
                  <a:lnTo>
                    <a:pt x="129830" y="490473"/>
                  </a:lnTo>
                  <a:lnTo>
                    <a:pt x="108177" y="529198"/>
                  </a:lnTo>
                  <a:lnTo>
                    <a:pt x="88335" y="568951"/>
                  </a:lnTo>
                  <a:lnTo>
                    <a:pt x="70358" y="609683"/>
                  </a:lnTo>
                  <a:lnTo>
                    <a:pt x="54299" y="651343"/>
                  </a:lnTo>
                  <a:lnTo>
                    <a:pt x="40209" y="693880"/>
                  </a:lnTo>
                  <a:lnTo>
                    <a:pt x="28143" y="737243"/>
                  </a:lnTo>
                  <a:lnTo>
                    <a:pt x="18152" y="781383"/>
                  </a:lnTo>
                  <a:lnTo>
                    <a:pt x="10289" y="826248"/>
                  </a:lnTo>
                  <a:lnTo>
                    <a:pt x="4608" y="871788"/>
                  </a:lnTo>
                  <a:lnTo>
                    <a:pt x="1160" y="917953"/>
                  </a:lnTo>
                  <a:lnTo>
                    <a:pt x="0" y="964692"/>
                  </a:lnTo>
                  <a:lnTo>
                    <a:pt x="1160" y="1011430"/>
                  </a:lnTo>
                  <a:lnTo>
                    <a:pt x="4608" y="1057595"/>
                  </a:lnTo>
                  <a:lnTo>
                    <a:pt x="10289" y="1103135"/>
                  </a:lnTo>
                  <a:lnTo>
                    <a:pt x="18152" y="1148000"/>
                  </a:lnTo>
                  <a:lnTo>
                    <a:pt x="28143" y="1192140"/>
                  </a:lnTo>
                  <a:lnTo>
                    <a:pt x="40209" y="1235503"/>
                  </a:lnTo>
                  <a:lnTo>
                    <a:pt x="54299" y="1278040"/>
                  </a:lnTo>
                  <a:lnTo>
                    <a:pt x="70358" y="1319700"/>
                  </a:lnTo>
                  <a:lnTo>
                    <a:pt x="88335" y="1360432"/>
                  </a:lnTo>
                  <a:lnTo>
                    <a:pt x="108177" y="1400185"/>
                  </a:lnTo>
                  <a:lnTo>
                    <a:pt x="129830" y="1438910"/>
                  </a:lnTo>
                  <a:lnTo>
                    <a:pt x="153243" y="1476556"/>
                  </a:lnTo>
                  <a:lnTo>
                    <a:pt x="178362" y="1513072"/>
                  </a:lnTo>
                  <a:lnTo>
                    <a:pt x="205134" y="1548407"/>
                  </a:lnTo>
                  <a:lnTo>
                    <a:pt x="233508" y="1582511"/>
                  </a:lnTo>
                  <a:lnTo>
                    <a:pt x="263429" y="1615334"/>
                  </a:lnTo>
                  <a:lnTo>
                    <a:pt x="294846" y="1646824"/>
                  </a:lnTo>
                  <a:lnTo>
                    <a:pt x="327705" y="1676932"/>
                  </a:lnTo>
                  <a:lnTo>
                    <a:pt x="361954" y="1705607"/>
                  </a:lnTo>
                  <a:lnTo>
                    <a:pt x="397541" y="1732799"/>
                  </a:lnTo>
                  <a:lnTo>
                    <a:pt x="434411" y="1758455"/>
                  </a:lnTo>
                  <a:lnTo>
                    <a:pt x="472514" y="1782528"/>
                  </a:lnTo>
                  <a:lnTo>
                    <a:pt x="511795" y="1804965"/>
                  </a:lnTo>
                  <a:lnTo>
                    <a:pt x="552202" y="1825716"/>
                  </a:lnTo>
                  <a:lnTo>
                    <a:pt x="593682" y="1844730"/>
                  </a:lnTo>
                  <a:lnTo>
                    <a:pt x="636183" y="1861958"/>
                  </a:lnTo>
                  <a:lnTo>
                    <a:pt x="679652" y="1877348"/>
                  </a:lnTo>
                  <a:lnTo>
                    <a:pt x="724036" y="1890850"/>
                  </a:lnTo>
                  <a:lnTo>
                    <a:pt x="769282" y="1902414"/>
                  </a:lnTo>
                  <a:lnTo>
                    <a:pt x="815338" y="1911988"/>
                  </a:lnTo>
                  <a:lnTo>
                    <a:pt x="862151" y="1919523"/>
                  </a:lnTo>
                  <a:lnTo>
                    <a:pt x="909667" y="1924967"/>
                  </a:lnTo>
                  <a:lnTo>
                    <a:pt x="957835" y="1928271"/>
                  </a:lnTo>
                  <a:lnTo>
                    <a:pt x="1006601" y="1929384"/>
                  </a:lnTo>
                  <a:lnTo>
                    <a:pt x="1055368" y="1928271"/>
                  </a:lnTo>
                  <a:lnTo>
                    <a:pt x="1103536" y="1924967"/>
                  </a:lnTo>
                  <a:lnTo>
                    <a:pt x="1151052" y="1919523"/>
                  </a:lnTo>
                  <a:lnTo>
                    <a:pt x="1197865" y="1911988"/>
                  </a:lnTo>
                  <a:lnTo>
                    <a:pt x="1243921" y="1902414"/>
                  </a:lnTo>
                  <a:lnTo>
                    <a:pt x="1289167" y="1890850"/>
                  </a:lnTo>
                  <a:lnTo>
                    <a:pt x="1333551" y="1877348"/>
                  </a:lnTo>
                  <a:lnTo>
                    <a:pt x="1377020" y="1861958"/>
                  </a:lnTo>
                  <a:lnTo>
                    <a:pt x="1419521" y="1844730"/>
                  </a:lnTo>
                  <a:lnTo>
                    <a:pt x="1461001" y="1825716"/>
                  </a:lnTo>
                  <a:lnTo>
                    <a:pt x="1501408" y="1804965"/>
                  </a:lnTo>
                  <a:lnTo>
                    <a:pt x="1540689" y="1782528"/>
                  </a:lnTo>
                  <a:lnTo>
                    <a:pt x="1578792" y="1758455"/>
                  </a:lnTo>
                  <a:lnTo>
                    <a:pt x="1615662" y="1732799"/>
                  </a:lnTo>
                  <a:lnTo>
                    <a:pt x="1651249" y="1705607"/>
                  </a:lnTo>
                  <a:lnTo>
                    <a:pt x="1685498" y="1676932"/>
                  </a:lnTo>
                  <a:lnTo>
                    <a:pt x="1718357" y="1646824"/>
                  </a:lnTo>
                  <a:lnTo>
                    <a:pt x="1749774" y="1615334"/>
                  </a:lnTo>
                  <a:lnTo>
                    <a:pt x="1779695" y="1582511"/>
                  </a:lnTo>
                  <a:lnTo>
                    <a:pt x="1808069" y="1548407"/>
                  </a:lnTo>
                  <a:lnTo>
                    <a:pt x="1834841" y="1513072"/>
                  </a:lnTo>
                  <a:lnTo>
                    <a:pt x="1859960" y="1476556"/>
                  </a:lnTo>
                  <a:lnTo>
                    <a:pt x="1883373" y="1438910"/>
                  </a:lnTo>
                  <a:lnTo>
                    <a:pt x="1905026" y="1400185"/>
                  </a:lnTo>
                  <a:lnTo>
                    <a:pt x="1924868" y="1360432"/>
                  </a:lnTo>
                  <a:lnTo>
                    <a:pt x="1942845" y="1319700"/>
                  </a:lnTo>
                  <a:lnTo>
                    <a:pt x="1958904" y="1278040"/>
                  </a:lnTo>
                  <a:lnTo>
                    <a:pt x="1972994" y="1235503"/>
                  </a:lnTo>
                  <a:lnTo>
                    <a:pt x="1985060" y="1192140"/>
                  </a:lnTo>
                  <a:lnTo>
                    <a:pt x="1995051" y="1148000"/>
                  </a:lnTo>
                  <a:lnTo>
                    <a:pt x="2002914" y="1103135"/>
                  </a:lnTo>
                  <a:lnTo>
                    <a:pt x="2008595" y="1057595"/>
                  </a:lnTo>
                  <a:lnTo>
                    <a:pt x="2012043" y="1011430"/>
                  </a:lnTo>
                  <a:lnTo>
                    <a:pt x="2013204" y="964692"/>
                  </a:lnTo>
                  <a:lnTo>
                    <a:pt x="2012043" y="917953"/>
                  </a:lnTo>
                  <a:lnTo>
                    <a:pt x="2008595" y="871788"/>
                  </a:lnTo>
                  <a:lnTo>
                    <a:pt x="2002914" y="826248"/>
                  </a:lnTo>
                  <a:lnTo>
                    <a:pt x="1995051" y="781383"/>
                  </a:lnTo>
                  <a:lnTo>
                    <a:pt x="1985060" y="737243"/>
                  </a:lnTo>
                  <a:lnTo>
                    <a:pt x="1972994" y="693880"/>
                  </a:lnTo>
                  <a:lnTo>
                    <a:pt x="1958904" y="651343"/>
                  </a:lnTo>
                  <a:lnTo>
                    <a:pt x="1942845" y="609683"/>
                  </a:lnTo>
                  <a:lnTo>
                    <a:pt x="1924868" y="568951"/>
                  </a:lnTo>
                  <a:lnTo>
                    <a:pt x="1905026" y="529198"/>
                  </a:lnTo>
                  <a:lnTo>
                    <a:pt x="1883373" y="490473"/>
                  </a:lnTo>
                  <a:lnTo>
                    <a:pt x="1859960" y="452827"/>
                  </a:lnTo>
                  <a:lnTo>
                    <a:pt x="1834841" y="416311"/>
                  </a:lnTo>
                  <a:lnTo>
                    <a:pt x="1808069" y="380976"/>
                  </a:lnTo>
                  <a:lnTo>
                    <a:pt x="1779695" y="346872"/>
                  </a:lnTo>
                  <a:lnTo>
                    <a:pt x="1749774" y="314049"/>
                  </a:lnTo>
                  <a:lnTo>
                    <a:pt x="1718357" y="282559"/>
                  </a:lnTo>
                  <a:lnTo>
                    <a:pt x="1685498" y="252451"/>
                  </a:lnTo>
                  <a:lnTo>
                    <a:pt x="1651249" y="223776"/>
                  </a:lnTo>
                  <a:lnTo>
                    <a:pt x="1615662" y="196584"/>
                  </a:lnTo>
                  <a:lnTo>
                    <a:pt x="1578792" y="170928"/>
                  </a:lnTo>
                  <a:lnTo>
                    <a:pt x="1540689" y="146855"/>
                  </a:lnTo>
                  <a:lnTo>
                    <a:pt x="1501408" y="124418"/>
                  </a:lnTo>
                  <a:lnTo>
                    <a:pt x="1461001" y="103667"/>
                  </a:lnTo>
                  <a:lnTo>
                    <a:pt x="1419521" y="84653"/>
                  </a:lnTo>
                  <a:lnTo>
                    <a:pt x="1377020" y="67425"/>
                  </a:lnTo>
                  <a:lnTo>
                    <a:pt x="1333551" y="52035"/>
                  </a:lnTo>
                  <a:lnTo>
                    <a:pt x="1289167" y="38533"/>
                  </a:lnTo>
                  <a:lnTo>
                    <a:pt x="1243921" y="26969"/>
                  </a:lnTo>
                  <a:lnTo>
                    <a:pt x="1197865" y="17395"/>
                  </a:lnTo>
                  <a:lnTo>
                    <a:pt x="1151052" y="9860"/>
                  </a:lnTo>
                  <a:lnTo>
                    <a:pt x="1103536" y="4416"/>
                  </a:lnTo>
                  <a:lnTo>
                    <a:pt x="1055368" y="1112"/>
                  </a:lnTo>
                  <a:lnTo>
                    <a:pt x="1006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7400" y="3072384"/>
              <a:ext cx="1763268" cy="16931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97024" y="3086100"/>
              <a:ext cx="1689100" cy="1618615"/>
            </a:xfrm>
            <a:custGeom>
              <a:avLst/>
              <a:gdLst/>
              <a:ahLst/>
              <a:cxnLst/>
              <a:rect l="l" t="t" r="r" b="b"/>
              <a:pathLst>
                <a:path w="1689100" h="1618614">
                  <a:moveTo>
                    <a:pt x="844295" y="0"/>
                  </a:moveTo>
                  <a:lnTo>
                    <a:pt x="794681" y="1373"/>
                  </a:lnTo>
                  <a:lnTo>
                    <a:pt x="745823" y="5444"/>
                  </a:lnTo>
                  <a:lnTo>
                    <a:pt x="697799" y="12136"/>
                  </a:lnTo>
                  <a:lnTo>
                    <a:pt x="650690" y="21373"/>
                  </a:lnTo>
                  <a:lnTo>
                    <a:pt x="604573" y="33080"/>
                  </a:lnTo>
                  <a:lnTo>
                    <a:pt x="559529" y="47179"/>
                  </a:lnTo>
                  <a:lnTo>
                    <a:pt x="515635" y="63597"/>
                  </a:lnTo>
                  <a:lnTo>
                    <a:pt x="472973" y="82256"/>
                  </a:lnTo>
                  <a:lnTo>
                    <a:pt x="431620" y="103080"/>
                  </a:lnTo>
                  <a:lnTo>
                    <a:pt x="391655" y="125994"/>
                  </a:lnTo>
                  <a:lnTo>
                    <a:pt x="353159" y="150922"/>
                  </a:lnTo>
                  <a:lnTo>
                    <a:pt x="316210" y="177788"/>
                  </a:lnTo>
                  <a:lnTo>
                    <a:pt x="280886" y="206515"/>
                  </a:lnTo>
                  <a:lnTo>
                    <a:pt x="247268" y="237029"/>
                  </a:lnTo>
                  <a:lnTo>
                    <a:pt x="215435" y="269253"/>
                  </a:lnTo>
                  <a:lnTo>
                    <a:pt x="185465" y="303111"/>
                  </a:lnTo>
                  <a:lnTo>
                    <a:pt x="157438" y="338527"/>
                  </a:lnTo>
                  <a:lnTo>
                    <a:pt x="131433" y="375426"/>
                  </a:lnTo>
                  <a:lnTo>
                    <a:pt x="107529" y="413731"/>
                  </a:lnTo>
                  <a:lnTo>
                    <a:pt x="85806" y="453367"/>
                  </a:lnTo>
                  <a:lnTo>
                    <a:pt x="66341" y="494258"/>
                  </a:lnTo>
                  <a:lnTo>
                    <a:pt x="49215" y="536327"/>
                  </a:lnTo>
                  <a:lnTo>
                    <a:pt x="34507" y="579499"/>
                  </a:lnTo>
                  <a:lnTo>
                    <a:pt x="22295" y="623698"/>
                  </a:lnTo>
                  <a:lnTo>
                    <a:pt x="12660" y="668847"/>
                  </a:lnTo>
                  <a:lnTo>
                    <a:pt x="5679" y="714872"/>
                  </a:lnTo>
                  <a:lnTo>
                    <a:pt x="1433" y="761696"/>
                  </a:lnTo>
                  <a:lnTo>
                    <a:pt x="0" y="809244"/>
                  </a:lnTo>
                  <a:lnTo>
                    <a:pt x="1433" y="856791"/>
                  </a:lnTo>
                  <a:lnTo>
                    <a:pt x="5679" y="903615"/>
                  </a:lnTo>
                  <a:lnTo>
                    <a:pt x="12660" y="949640"/>
                  </a:lnTo>
                  <a:lnTo>
                    <a:pt x="22295" y="994789"/>
                  </a:lnTo>
                  <a:lnTo>
                    <a:pt x="34507" y="1038988"/>
                  </a:lnTo>
                  <a:lnTo>
                    <a:pt x="49215" y="1082160"/>
                  </a:lnTo>
                  <a:lnTo>
                    <a:pt x="66341" y="1124229"/>
                  </a:lnTo>
                  <a:lnTo>
                    <a:pt x="85806" y="1165120"/>
                  </a:lnTo>
                  <a:lnTo>
                    <a:pt x="107529" y="1204756"/>
                  </a:lnTo>
                  <a:lnTo>
                    <a:pt x="131433" y="1243061"/>
                  </a:lnTo>
                  <a:lnTo>
                    <a:pt x="157438" y="1279960"/>
                  </a:lnTo>
                  <a:lnTo>
                    <a:pt x="185465" y="1315376"/>
                  </a:lnTo>
                  <a:lnTo>
                    <a:pt x="215435" y="1349234"/>
                  </a:lnTo>
                  <a:lnTo>
                    <a:pt x="247269" y="1381458"/>
                  </a:lnTo>
                  <a:lnTo>
                    <a:pt x="280886" y="1411972"/>
                  </a:lnTo>
                  <a:lnTo>
                    <a:pt x="316210" y="1440699"/>
                  </a:lnTo>
                  <a:lnTo>
                    <a:pt x="353159" y="1467565"/>
                  </a:lnTo>
                  <a:lnTo>
                    <a:pt x="391655" y="1492493"/>
                  </a:lnTo>
                  <a:lnTo>
                    <a:pt x="431620" y="1515407"/>
                  </a:lnTo>
                  <a:lnTo>
                    <a:pt x="472973" y="1536231"/>
                  </a:lnTo>
                  <a:lnTo>
                    <a:pt x="515635" y="1554890"/>
                  </a:lnTo>
                  <a:lnTo>
                    <a:pt x="559529" y="1571308"/>
                  </a:lnTo>
                  <a:lnTo>
                    <a:pt x="604573" y="1585407"/>
                  </a:lnTo>
                  <a:lnTo>
                    <a:pt x="650690" y="1597114"/>
                  </a:lnTo>
                  <a:lnTo>
                    <a:pt x="697799" y="1606351"/>
                  </a:lnTo>
                  <a:lnTo>
                    <a:pt x="745823" y="1613043"/>
                  </a:lnTo>
                  <a:lnTo>
                    <a:pt x="794681" y="1617114"/>
                  </a:lnTo>
                  <a:lnTo>
                    <a:pt x="844295" y="1618488"/>
                  </a:lnTo>
                  <a:lnTo>
                    <a:pt x="893910" y="1617114"/>
                  </a:lnTo>
                  <a:lnTo>
                    <a:pt x="942768" y="1613043"/>
                  </a:lnTo>
                  <a:lnTo>
                    <a:pt x="990792" y="1606351"/>
                  </a:lnTo>
                  <a:lnTo>
                    <a:pt x="1037901" y="1597114"/>
                  </a:lnTo>
                  <a:lnTo>
                    <a:pt x="1084018" y="1585407"/>
                  </a:lnTo>
                  <a:lnTo>
                    <a:pt x="1129062" y="1571308"/>
                  </a:lnTo>
                  <a:lnTo>
                    <a:pt x="1172956" y="1554890"/>
                  </a:lnTo>
                  <a:lnTo>
                    <a:pt x="1215618" y="1536231"/>
                  </a:lnTo>
                  <a:lnTo>
                    <a:pt x="1256971" y="1515407"/>
                  </a:lnTo>
                  <a:lnTo>
                    <a:pt x="1296936" y="1492493"/>
                  </a:lnTo>
                  <a:lnTo>
                    <a:pt x="1335432" y="1467565"/>
                  </a:lnTo>
                  <a:lnTo>
                    <a:pt x="1372381" y="1440699"/>
                  </a:lnTo>
                  <a:lnTo>
                    <a:pt x="1407705" y="1411972"/>
                  </a:lnTo>
                  <a:lnTo>
                    <a:pt x="1441323" y="1381458"/>
                  </a:lnTo>
                  <a:lnTo>
                    <a:pt x="1473156" y="1349234"/>
                  </a:lnTo>
                  <a:lnTo>
                    <a:pt x="1503126" y="1315376"/>
                  </a:lnTo>
                  <a:lnTo>
                    <a:pt x="1531153" y="1279960"/>
                  </a:lnTo>
                  <a:lnTo>
                    <a:pt x="1557158" y="1243061"/>
                  </a:lnTo>
                  <a:lnTo>
                    <a:pt x="1581062" y="1204756"/>
                  </a:lnTo>
                  <a:lnTo>
                    <a:pt x="1602785" y="1165120"/>
                  </a:lnTo>
                  <a:lnTo>
                    <a:pt x="1622250" y="1124229"/>
                  </a:lnTo>
                  <a:lnTo>
                    <a:pt x="1639376" y="1082160"/>
                  </a:lnTo>
                  <a:lnTo>
                    <a:pt x="1654084" y="1038988"/>
                  </a:lnTo>
                  <a:lnTo>
                    <a:pt x="1666296" y="994789"/>
                  </a:lnTo>
                  <a:lnTo>
                    <a:pt x="1675931" y="949640"/>
                  </a:lnTo>
                  <a:lnTo>
                    <a:pt x="1682912" y="903615"/>
                  </a:lnTo>
                  <a:lnTo>
                    <a:pt x="1687158" y="856791"/>
                  </a:lnTo>
                  <a:lnTo>
                    <a:pt x="1688591" y="809244"/>
                  </a:lnTo>
                  <a:lnTo>
                    <a:pt x="1687158" y="761696"/>
                  </a:lnTo>
                  <a:lnTo>
                    <a:pt x="1682912" y="714872"/>
                  </a:lnTo>
                  <a:lnTo>
                    <a:pt x="1675931" y="668847"/>
                  </a:lnTo>
                  <a:lnTo>
                    <a:pt x="1666296" y="623698"/>
                  </a:lnTo>
                  <a:lnTo>
                    <a:pt x="1654084" y="579499"/>
                  </a:lnTo>
                  <a:lnTo>
                    <a:pt x="1639376" y="536327"/>
                  </a:lnTo>
                  <a:lnTo>
                    <a:pt x="1622250" y="494258"/>
                  </a:lnTo>
                  <a:lnTo>
                    <a:pt x="1602785" y="453367"/>
                  </a:lnTo>
                  <a:lnTo>
                    <a:pt x="1581062" y="413731"/>
                  </a:lnTo>
                  <a:lnTo>
                    <a:pt x="1557158" y="375426"/>
                  </a:lnTo>
                  <a:lnTo>
                    <a:pt x="1531153" y="338527"/>
                  </a:lnTo>
                  <a:lnTo>
                    <a:pt x="1503126" y="303111"/>
                  </a:lnTo>
                  <a:lnTo>
                    <a:pt x="1473156" y="269253"/>
                  </a:lnTo>
                  <a:lnTo>
                    <a:pt x="1441322" y="237029"/>
                  </a:lnTo>
                  <a:lnTo>
                    <a:pt x="1407705" y="206515"/>
                  </a:lnTo>
                  <a:lnTo>
                    <a:pt x="1372381" y="177788"/>
                  </a:lnTo>
                  <a:lnTo>
                    <a:pt x="1335432" y="150922"/>
                  </a:lnTo>
                  <a:lnTo>
                    <a:pt x="1296936" y="125994"/>
                  </a:lnTo>
                  <a:lnTo>
                    <a:pt x="1256971" y="103080"/>
                  </a:lnTo>
                  <a:lnTo>
                    <a:pt x="1215618" y="82256"/>
                  </a:lnTo>
                  <a:lnTo>
                    <a:pt x="1172956" y="63597"/>
                  </a:lnTo>
                  <a:lnTo>
                    <a:pt x="1129062" y="47179"/>
                  </a:lnTo>
                  <a:lnTo>
                    <a:pt x="1084018" y="33080"/>
                  </a:lnTo>
                  <a:lnTo>
                    <a:pt x="1037901" y="21373"/>
                  </a:lnTo>
                  <a:lnTo>
                    <a:pt x="990792" y="12136"/>
                  </a:lnTo>
                  <a:lnTo>
                    <a:pt x="942768" y="5444"/>
                  </a:lnTo>
                  <a:lnTo>
                    <a:pt x="893910" y="1373"/>
                  </a:lnTo>
                  <a:lnTo>
                    <a:pt x="844295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3036" y="3201924"/>
              <a:ext cx="1491996" cy="143408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232660" y="3215640"/>
              <a:ext cx="1417320" cy="1359535"/>
            </a:xfrm>
            <a:custGeom>
              <a:avLst/>
              <a:gdLst/>
              <a:ahLst/>
              <a:cxnLst/>
              <a:rect l="l" t="t" r="r" b="b"/>
              <a:pathLst>
                <a:path w="1417320" h="1359535">
                  <a:moveTo>
                    <a:pt x="708659" y="0"/>
                  </a:moveTo>
                  <a:lnTo>
                    <a:pt x="660137" y="1567"/>
                  </a:lnTo>
                  <a:lnTo>
                    <a:pt x="612492" y="6204"/>
                  </a:lnTo>
                  <a:lnTo>
                    <a:pt x="565831" y="13808"/>
                  </a:lnTo>
                  <a:lnTo>
                    <a:pt x="520259" y="24278"/>
                  </a:lnTo>
                  <a:lnTo>
                    <a:pt x="475881" y="37512"/>
                  </a:lnTo>
                  <a:lnTo>
                    <a:pt x="432804" y="53411"/>
                  </a:lnTo>
                  <a:lnTo>
                    <a:pt x="391132" y="71872"/>
                  </a:lnTo>
                  <a:lnTo>
                    <a:pt x="350971" y="92794"/>
                  </a:lnTo>
                  <a:lnTo>
                    <a:pt x="312427" y="116077"/>
                  </a:lnTo>
                  <a:lnTo>
                    <a:pt x="275605" y="141618"/>
                  </a:lnTo>
                  <a:lnTo>
                    <a:pt x="240611" y="169317"/>
                  </a:lnTo>
                  <a:lnTo>
                    <a:pt x="207549" y="199072"/>
                  </a:lnTo>
                  <a:lnTo>
                    <a:pt x="176527" y="230783"/>
                  </a:lnTo>
                  <a:lnTo>
                    <a:pt x="147648" y="264347"/>
                  </a:lnTo>
                  <a:lnTo>
                    <a:pt x="121019" y="299665"/>
                  </a:lnTo>
                  <a:lnTo>
                    <a:pt x="96745" y="336634"/>
                  </a:lnTo>
                  <a:lnTo>
                    <a:pt x="74932" y="375154"/>
                  </a:lnTo>
                  <a:lnTo>
                    <a:pt x="55685" y="415123"/>
                  </a:lnTo>
                  <a:lnTo>
                    <a:pt x="39110" y="456440"/>
                  </a:lnTo>
                  <a:lnTo>
                    <a:pt x="25311" y="499004"/>
                  </a:lnTo>
                  <a:lnTo>
                    <a:pt x="14396" y="542713"/>
                  </a:lnTo>
                  <a:lnTo>
                    <a:pt x="6468" y="587467"/>
                  </a:lnTo>
                  <a:lnTo>
                    <a:pt x="1634" y="633164"/>
                  </a:lnTo>
                  <a:lnTo>
                    <a:pt x="0" y="679704"/>
                  </a:lnTo>
                  <a:lnTo>
                    <a:pt x="1634" y="726243"/>
                  </a:lnTo>
                  <a:lnTo>
                    <a:pt x="6468" y="771940"/>
                  </a:lnTo>
                  <a:lnTo>
                    <a:pt x="14396" y="816694"/>
                  </a:lnTo>
                  <a:lnTo>
                    <a:pt x="25311" y="860403"/>
                  </a:lnTo>
                  <a:lnTo>
                    <a:pt x="39110" y="902967"/>
                  </a:lnTo>
                  <a:lnTo>
                    <a:pt x="55685" y="944284"/>
                  </a:lnTo>
                  <a:lnTo>
                    <a:pt x="74932" y="984253"/>
                  </a:lnTo>
                  <a:lnTo>
                    <a:pt x="96745" y="1022773"/>
                  </a:lnTo>
                  <a:lnTo>
                    <a:pt x="121019" y="1059742"/>
                  </a:lnTo>
                  <a:lnTo>
                    <a:pt x="147648" y="1095060"/>
                  </a:lnTo>
                  <a:lnTo>
                    <a:pt x="176527" y="1128624"/>
                  </a:lnTo>
                  <a:lnTo>
                    <a:pt x="207549" y="1160335"/>
                  </a:lnTo>
                  <a:lnTo>
                    <a:pt x="240611" y="1190090"/>
                  </a:lnTo>
                  <a:lnTo>
                    <a:pt x="275605" y="1217789"/>
                  </a:lnTo>
                  <a:lnTo>
                    <a:pt x="312427" y="1243330"/>
                  </a:lnTo>
                  <a:lnTo>
                    <a:pt x="350971" y="1266613"/>
                  </a:lnTo>
                  <a:lnTo>
                    <a:pt x="391132" y="1287535"/>
                  </a:lnTo>
                  <a:lnTo>
                    <a:pt x="432804" y="1305996"/>
                  </a:lnTo>
                  <a:lnTo>
                    <a:pt x="475881" y="1321895"/>
                  </a:lnTo>
                  <a:lnTo>
                    <a:pt x="520259" y="1335129"/>
                  </a:lnTo>
                  <a:lnTo>
                    <a:pt x="565831" y="1345599"/>
                  </a:lnTo>
                  <a:lnTo>
                    <a:pt x="612492" y="1353203"/>
                  </a:lnTo>
                  <a:lnTo>
                    <a:pt x="660137" y="1357840"/>
                  </a:lnTo>
                  <a:lnTo>
                    <a:pt x="708659" y="1359408"/>
                  </a:lnTo>
                  <a:lnTo>
                    <a:pt x="757182" y="1357840"/>
                  </a:lnTo>
                  <a:lnTo>
                    <a:pt x="804827" y="1353203"/>
                  </a:lnTo>
                  <a:lnTo>
                    <a:pt x="851488" y="1345599"/>
                  </a:lnTo>
                  <a:lnTo>
                    <a:pt x="897060" y="1335129"/>
                  </a:lnTo>
                  <a:lnTo>
                    <a:pt x="941438" y="1321895"/>
                  </a:lnTo>
                  <a:lnTo>
                    <a:pt x="984515" y="1305996"/>
                  </a:lnTo>
                  <a:lnTo>
                    <a:pt x="1026187" y="1287535"/>
                  </a:lnTo>
                  <a:lnTo>
                    <a:pt x="1066348" y="1266613"/>
                  </a:lnTo>
                  <a:lnTo>
                    <a:pt x="1104892" y="1243330"/>
                  </a:lnTo>
                  <a:lnTo>
                    <a:pt x="1141714" y="1217789"/>
                  </a:lnTo>
                  <a:lnTo>
                    <a:pt x="1176708" y="1190090"/>
                  </a:lnTo>
                  <a:lnTo>
                    <a:pt x="1209770" y="1160335"/>
                  </a:lnTo>
                  <a:lnTo>
                    <a:pt x="1240792" y="1128624"/>
                  </a:lnTo>
                  <a:lnTo>
                    <a:pt x="1269671" y="1095060"/>
                  </a:lnTo>
                  <a:lnTo>
                    <a:pt x="1296300" y="1059742"/>
                  </a:lnTo>
                  <a:lnTo>
                    <a:pt x="1320574" y="1022773"/>
                  </a:lnTo>
                  <a:lnTo>
                    <a:pt x="1342387" y="984253"/>
                  </a:lnTo>
                  <a:lnTo>
                    <a:pt x="1361634" y="944284"/>
                  </a:lnTo>
                  <a:lnTo>
                    <a:pt x="1378209" y="902967"/>
                  </a:lnTo>
                  <a:lnTo>
                    <a:pt x="1392008" y="860403"/>
                  </a:lnTo>
                  <a:lnTo>
                    <a:pt x="1402923" y="816694"/>
                  </a:lnTo>
                  <a:lnTo>
                    <a:pt x="1410851" y="771940"/>
                  </a:lnTo>
                  <a:lnTo>
                    <a:pt x="1415685" y="726243"/>
                  </a:lnTo>
                  <a:lnTo>
                    <a:pt x="1417319" y="679704"/>
                  </a:lnTo>
                  <a:lnTo>
                    <a:pt x="1415685" y="633164"/>
                  </a:lnTo>
                  <a:lnTo>
                    <a:pt x="1410851" y="587467"/>
                  </a:lnTo>
                  <a:lnTo>
                    <a:pt x="1402923" y="542713"/>
                  </a:lnTo>
                  <a:lnTo>
                    <a:pt x="1392008" y="499004"/>
                  </a:lnTo>
                  <a:lnTo>
                    <a:pt x="1378209" y="456440"/>
                  </a:lnTo>
                  <a:lnTo>
                    <a:pt x="1361634" y="415123"/>
                  </a:lnTo>
                  <a:lnTo>
                    <a:pt x="1342387" y="375154"/>
                  </a:lnTo>
                  <a:lnTo>
                    <a:pt x="1320574" y="336634"/>
                  </a:lnTo>
                  <a:lnTo>
                    <a:pt x="1296300" y="299665"/>
                  </a:lnTo>
                  <a:lnTo>
                    <a:pt x="1269671" y="264347"/>
                  </a:lnTo>
                  <a:lnTo>
                    <a:pt x="1240792" y="230783"/>
                  </a:lnTo>
                  <a:lnTo>
                    <a:pt x="1209770" y="199072"/>
                  </a:lnTo>
                  <a:lnTo>
                    <a:pt x="1176708" y="169317"/>
                  </a:lnTo>
                  <a:lnTo>
                    <a:pt x="1141714" y="141618"/>
                  </a:lnTo>
                  <a:lnTo>
                    <a:pt x="1104892" y="116077"/>
                  </a:lnTo>
                  <a:lnTo>
                    <a:pt x="1066348" y="92794"/>
                  </a:lnTo>
                  <a:lnTo>
                    <a:pt x="1026187" y="71872"/>
                  </a:lnTo>
                  <a:lnTo>
                    <a:pt x="984515" y="53411"/>
                  </a:lnTo>
                  <a:lnTo>
                    <a:pt x="941438" y="37512"/>
                  </a:lnTo>
                  <a:lnTo>
                    <a:pt x="897060" y="24278"/>
                  </a:lnTo>
                  <a:lnTo>
                    <a:pt x="851488" y="13808"/>
                  </a:lnTo>
                  <a:lnTo>
                    <a:pt x="804827" y="6204"/>
                  </a:lnTo>
                  <a:lnTo>
                    <a:pt x="757182" y="1567"/>
                  </a:lnTo>
                  <a:lnTo>
                    <a:pt x="708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283458" y="1796542"/>
            <a:ext cx="4375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01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52290" y="2845054"/>
            <a:ext cx="436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02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59960" y="4158437"/>
            <a:ext cx="4368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03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83458" y="4930266"/>
            <a:ext cx="4375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04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98234" y="1647901"/>
            <a:ext cx="19272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585858"/>
                </a:solidFill>
                <a:latin typeface="Verdana"/>
                <a:cs typeface="Verdana"/>
              </a:rPr>
              <a:t>Interactive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20714" y="2773121"/>
            <a:ext cx="2022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585858"/>
                </a:solidFill>
                <a:latin typeface="Verdana"/>
                <a:cs typeface="Verdana"/>
              </a:rPr>
              <a:t>Interpreted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18046" y="4014596"/>
            <a:ext cx="43757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85858"/>
                </a:solidFill>
                <a:latin typeface="Verdana"/>
                <a:cs typeface="Verdana"/>
              </a:rPr>
              <a:t>Object</a:t>
            </a:r>
            <a:r>
              <a:rPr sz="2400" b="1" spc="-7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585858"/>
                </a:solidFill>
                <a:latin typeface="Verdana"/>
                <a:cs typeface="Verdana"/>
              </a:rPr>
              <a:t>Oriented</a:t>
            </a:r>
            <a:r>
              <a:rPr sz="2400" b="1" spc="-4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585858"/>
                </a:solidFill>
                <a:latin typeface="Verdana"/>
                <a:cs typeface="Verdana"/>
              </a:rPr>
              <a:t>Scripting Language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96405" y="5430113"/>
            <a:ext cx="42602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85858"/>
                </a:solidFill>
                <a:latin typeface="Verdana"/>
                <a:cs typeface="Verdana"/>
              </a:rPr>
              <a:t>High</a:t>
            </a:r>
            <a:r>
              <a:rPr sz="2400" b="1" spc="-5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585858"/>
                </a:solidFill>
                <a:latin typeface="Verdana"/>
                <a:cs typeface="Verdana"/>
              </a:rPr>
              <a:t>Level</a:t>
            </a:r>
            <a:r>
              <a:rPr sz="2400" b="1" spc="-3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585858"/>
                </a:solidFill>
                <a:latin typeface="Verdana"/>
                <a:cs typeface="Verdana"/>
              </a:rPr>
              <a:t>Programming Language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63723" y="3336035"/>
            <a:ext cx="1130808" cy="11262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918" y="2063105"/>
            <a:ext cx="10012154" cy="34230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778" rIns="0" bIns="0" rtlCol="0">
            <a:spAutoFit/>
          </a:bodyPr>
          <a:lstStyle/>
          <a:p>
            <a:pPr marL="2874645" marR="5080" indent="-2862580">
              <a:lnSpc>
                <a:spcPct val="100000"/>
              </a:lnSpc>
              <a:spcBef>
                <a:spcPts val="100"/>
              </a:spcBef>
            </a:pPr>
            <a:r>
              <a:rPr dirty="0"/>
              <a:t>Difference</a:t>
            </a:r>
            <a:r>
              <a:rPr spc="-35" dirty="0"/>
              <a:t> </a:t>
            </a:r>
            <a:r>
              <a:rPr dirty="0"/>
              <a:t>between</a:t>
            </a:r>
            <a:r>
              <a:rPr spc="-50" dirty="0"/>
              <a:t> </a:t>
            </a:r>
            <a:r>
              <a:rPr dirty="0"/>
              <a:t>Programing</a:t>
            </a:r>
            <a:r>
              <a:rPr spc="-55" dirty="0"/>
              <a:t> </a:t>
            </a:r>
            <a:r>
              <a:rPr dirty="0"/>
              <a:t>language</a:t>
            </a:r>
            <a:r>
              <a:rPr spc="-30" dirty="0"/>
              <a:t> </a:t>
            </a:r>
            <a:r>
              <a:rPr spc="-50" dirty="0"/>
              <a:t>&amp; </a:t>
            </a:r>
            <a:r>
              <a:rPr dirty="0"/>
              <a:t>Scripting</a:t>
            </a:r>
            <a:r>
              <a:rPr spc="-30" dirty="0"/>
              <a:t> </a:t>
            </a:r>
            <a:r>
              <a:rPr spc="-10" dirty="0"/>
              <a:t>language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2547" y="3921252"/>
            <a:ext cx="2883407" cy="21046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90433" y="4423028"/>
            <a:ext cx="20808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Hello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GKTCS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47672" y="3899915"/>
            <a:ext cx="5485130" cy="1883410"/>
            <a:chOff x="1947672" y="3899915"/>
            <a:chExt cx="5485130" cy="1883410"/>
          </a:xfrm>
        </p:grpSpPr>
        <p:sp>
          <p:nvSpPr>
            <p:cNvPr id="5" name="object 5"/>
            <p:cNvSpPr/>
            <p:nvPr/>
          </p:nvSpPr>
          <p:spPr>
            <a:xfrm>
              <a:off x="3670554" y="4804155"/>
              <a:ext cx="3761740" cy="85725"/>
            </a:xfrm>
            <a:custGeom>
              <a:avLst/>
              <a:gdLst/>
              <a:ahLst/>
              <a:cxnLst/>
              <a:rect l="l" t="t" r="r" b="b"/>
              <a:pathLst>
                <a:path w="3761740" h="85725">
                  <a:moveTo>
                    <a:pt x="3676015" y="0"/>
                  </a:moveTo>
                  <a:lnTo>
                    <a:pt x="3676015" y="85725"/>
                  </a:lnTo>
                  <a:lnTo>
                    <a:pt x="3733249" y="57150"/>
                  </a:lnTo>
                  <a:lnTo>
                    <a:pt x="3690239" y="57150"/>
                  </a:lnTo>
                  <a:lnTo>
                    <a:pt x="3690239" y="28575"/>
                  </a:lnTo>
                  <a:lnTo>
                    <a:pt x="3733080" y="28575"/>
                  </a:lnTo>
                  <a:lnTo>
                    <a:pt x="3676015" y="0"/>
                  </a:lnTo>
                  <a:close/>
                </a:path>
                <a:path w="3761740" h="85725">
                  <a:moveTo>
                    <a:pt x="367601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3676015" y="57150"/>
                  </a:lnTo>
                  <a:lnTo>
                    <a:pt x="3676015" y="28575"/>
                  </a:lnTo>
                  <a:close/>
                </a:path>
                <a:path w="3761740" h="85725">
                  <a:moveTo>
                    <a:pt x="3733080" y="28575"/>
                  </a:moveTo>
                  <a:lnTo>
                    <a:pt x="3690239" y="28575"/>
                  </a:lnTo>
                  <a:lnTo>
                    <a:pt x="3690239" y="57150"/>
                  </a:lnTo>
                  <a:lnTo>
                    <a:pt x="3733249" y="57150"/>
                  </a:lnTo>
                  <a:lnTo>
                    <a:pt x="3761740" y="42926"/>
                  </a:lnTo>
                  <a:lnTo>
                    <a:pt x="373308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6440" y="3899915"/>
              <a:ext cx="1749552" cy="18333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7672" y="5236463"/>
              <a:ext cx="2317242" cy="54629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41398" y="3999737"/>
              <a:ext cx="1609725" cy="1693545"/>
            </a:xfrm>
            <a:custGeom>
              <a:avLst/>
              <a:gdLst/>
              <a:ahLst/>
              <a:cxnLst/>
              <a:rect l="l" t="t" r="r" b="b"/>
              <a:pathLst>
                <a:path w="1609725" h="1693545">
                  <a:moveTo>
                    <a:pt x="1341119" y="0"/>
                  </a:moveTo>
                  <a:lnTo>
                    <a:pt x="0" y="0"/>
                  </a:lnTo>
                  <a:lnTo>
                    <a:pt x="0" y="1693164"/>
                  </a:lnTo>
                  <a:lnTo>
                    <a:pt x="1609343" y="1693164"/>
                  </a:lnTo>
                  <a:lnTo>
                    <a:pt x="1609343" y="268224"/>
                  </a:lnTo>
                  <a:lnTo>
                    <a:pt x="13411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41398" y="3999737"/>
              <a:ext cx="1609725" cy="1693545"/>
            </a:xfrm>
            <a:custGeom>
              <a:avLst/>
              <a:gdLst/>
              <a:ahLst/>
              <a:cxnLst/>
              <a:rect l="l" t="t" r="r" b="b"/>
              <a:pathLst>
                <a:path w="1609725" h="1693545">
                  <a:moveTo>
                    <a:pt x="0" y="0"/>
                  </a:moveTo>
                  <a:lnTo>
                    <a:pt x="1341119" y="0"/>
                  </a:lnTo>
                  <a:lnTo>
                    <a:pt x="1609343" y="268224"/>
                  </a:lnTo>
                  <a:lnTo>
                    <a:pt x="1609343" y="1693164"/>
                  </a:lnTo>
                  <a:lnTo>
                    <a:pt x="0" y="1693164"/>
                  </a:lnTo>
                  <a:lnTo>
                    <a:pt x="0" y="0"/>
                  </a:lnTo>
                  <a:close/>
                </a:path>
                <a:path w="1609725" h="1693545">
                  <a:moveTo>
                    <a:pt x="1322831" y="0"/>
                  </a:moveTo>
                  <a:lnTo>
                    <a:pt x="1322831" y="310895"/>
                  </a:lnTo>
                </a:path>
                <a:path w="1609725" h="1693545">
                  <a:moveTo>
                    <a:pt x="1322831" y="310895"/>
                  </a:moveTo>
                  <a:lnTo>
                    <a:pt x="1609598" y="31089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21738" y="4731207"/>
            <a:ext cx="12357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Python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9620" y="902136"/>
            <a:ext cx="2367915" cy="1962785"/>
            <a:chOff x="4579620" y="902136"/>
            <a:chExt cx="2367915" cy="19627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37492" y="902136"/>
              <a:ext cx="1748106" cy="19035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9620" y="2295144"/>
              <a:ext cx="2367533" cy="56921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73346" y="983742"/>
              <a:ext cx="1626235" cy="1790700"/>
            </a:xfrm>
            <a:custGeom>
              <a:avLst/>
              <a:gdLst/>
              <a:ahLst/>
              <a:cxnLst/>
              <a:rect l="l" t="t" r="r" b="b"/>
              <a:pathLst>
                <a:path w="1626235" h="1790700">
                  <a:moveTo>
                    <a:pt x="1355089" y="0"/>
                  </a:moveTo>
                  <a:lnTo>
                    <a:pt x="0" y="0"/>
                  </a:lnTo>
                  <a:lnTo>
                    <a:pt x="0" y="1790700"/>
                  </a:lnTo>
                  <a:lnTo>
                    <a:pt x="1626107" y="1790700"/>
                  </a:lnTo>
                  <a:lnTo>
                    <a:pt x="1626107" y="271018"/>
                  </a:lnTo>
                  <a:lnTo>
                    <a:pt x="13550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73346" y="983742"/>
              <a:ext cx="1626870" cy="1790700"/>
            </a:xfrm>
            <a:custGeom>
              <a:avLst/>
              <a:gdLst/>
              <a:ahLst/>
              <a:cxnLst/>
              <a:rect l="l" t="t" r="r" b="b"/>
              <a:pathLst>
                <a:path w="1626870" h="1790700">
                  <a:moveTo>
                    <a:pt x="0" y="0"/>
                  </a:moveTo>
                  <a:lnTo>
                    <a:pt x="1355089" y="0"/>
                  </a:lnTo>
                  <a:lnTo>
                    <a:pt x="1626107" y="271018"/>
                  </a:lnTo>
                  <a:lnTo>
                    <a:pt x="1626107" y="1790700"/>
                  </a:lnTo>
                  <a:lnTo>
                    <a:pt x="0" y="1790700"/>
                  </a:lnTo>
                  <a:lnTo>
                    <a:pt x="0" y="0"/>
                  </a:lnTo>
                  <a:close/>
                </a:path>
                <a:path w="1626870" h="1790700">
                  <a:moveTo>
                    <a:pt x="1336548" y="0"/>
                  </a:moveTo>
                  <a:lnTo>
                    <a:pt x="1336548" y="328930"/>
                  </a:lnTo>
                </a:path>
                <a:path w="1626870" h="1790700">
                  <a:moveTo>
                    <a:pt x="1336548" y="329184"/>
                  </a:moveTo>
                  <a:lnTo>
                    <a:pt x="1626362" y="32918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4356" y="1159763"/>
              <a:ext cx="614172" cy="81076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054346" y="2187320"/>
            <a:ext cx="8667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Class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46988" y="833558"/>
            <a:ext cx="5289550" cy="2026285"/>
            <a:chOff x="1046988" y="833558"/>
            <a:chExt cx="5289550" cy="2026285"/>
          </a:xfrm>
        </p:grpSpPr>
        <p:sp>
          <p:nvSpPr>
            <p:cNvPr id="19" name="object 19"/>
            <p:cNvSpPr/>
            <p:nvPr/>
          </p:nvSpPr>
          <p:spPr>
            <a:xfrm>
              <a:off x="4690109" y="2283713"/>
              <a:ext cx="1627505" cy="0"/>
            </a:xfrm>
            <a:custGeom>
              <a:avLst/>
              <a:gdLst/>
              <a:ahLst/>
              <a:cxnLst/>
              <a:rect l="l" t="t" r="r" b="b"/>
              <a:pathLst>
                <a:path w="1627504">
                  <a:moveTo>
                    <a:pt x="0" y="0"/>
                  </a:moveTo>
                  <a:lnTo>
                    <a:pt x="162725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4861" y="833558"/>
              <a:ext cx="1766393" cy="19675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6988" y="2275344"/>
              <a:ext cx="2408682" cy="58444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40714" y="915162"/>
              <a:ext cx="1644650" cy="1854835"/>
            </a:xfrm>
            <a:custGeom>
              <a:avLst/>
              <a:gdLst/>
              <a:ahLst/>
              <a:cxnLst/>
              <a:rect l="l" t="t" r="r" b="b"/>
              <a:pathLst>
                <a:path w="1644650" h="1854835">
                  <a:moveTo>
                    <a:pt x="1370330" y="0"/>
                  </a:moveTo>
                  <a:lnTo>
                    <a:pt x="0" y="0"/>
                  </a:lnTo>
                  <a:lnTo>
                    <a:pt x="0" y="1854708"/>
                  </a:lnTo>
                  <a:lnTo>
                    <a:pt x="1644396" y="1854708"/>
                  </a:lnTo>
                  <a:lnTo>
                    <a:pt x="1644396" y="274065"/>
                  </a:lnTo>
                  <a:lnTo>
                    <a:pt x="13703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40714" y="915162"/>
              <a:ext cx="1644650" cy="1854835"/>
            </a:xfrm>
            <a:custGeom>
              <a:avLst/>
              <a:gdLst/>
              <a:ahLst/>
              <a:cxnLst/>
              <a:rect l="l" t="t" r="r" b="b"/>
              <a:pathLst>
                <a:path w="1644650" h="1854835">
                  <a:moveTo>
                    <a:pt x="0" y="0"/>
                  </a:moveTo>
                  <a:lnTo>
                    <a:pt x="1370330" y="0"/>
                  </a:lnTo>
                  <a:lnTo>
                    <a:pt x="1644396" y="274065"/>
                  </a:lnTo>
                  <a:lnTo>
                    <a:pt x="1644396" y="1854708"/>
                  </a:lnTo>
                  <a:lnTo>
                    <a:pt x="0" y="1854708"/>
                  </a:lnTo>
                  <a:lnTo>
                    <a:pt x="0" y="0"/>
                  </a:lnTo>
                  <a:close/>
                </a:path>
                <a:path w="1644650" h="1854835">
                  <a:moveTo>
                    <a:pt x="1333500" y="28955"/>
                  </a:moveTo>
                  <a:lnTo>
                    <a:pt x="1333500" y="369442"/>
                  </a:lnTo>
                </a:path>
                <a:path w="1644650" h="1854835">
                  <a:moveTo>
                    <a:pt x="1333500" y="370332"/>
                  </a:moveTo>
                  <a:lnTo>
                    <a:pt x="1626235" y="3703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8503666" y="1371091"/>
            <a:ext cx="20808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Hello</a:t>
            </a:r>
            <a:r>
              <a:rPr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GKTCS</a:t>
            </a: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7116" y="832103"/>
            <a:ext cx="2884932" cy="210464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582927" y="1806956"/>
            <a:ext cx="7416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latin typeface="Calibri"/>
                <a:cs typeface="Calibri"/>
              </a:rPr>
              <a:t>Java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85110" y="1815973"/>
            <a:ext cx="1867535" cy="85725"/>
          </a:xfrm>
          <a:custGeom>
            <a:avLst/>
            <a:gdLst/>
            <a:ahLst/>
            <a:cxnLst/>
            <a:rect l="l" t="t" r="r" b="b"/>
            <a:pathLst>
              <a:path w="1867535" h="85725">
                <a:moveTo>
                  <a:pt x="1838922" y="28575"/>
                </a:moveTo>
                <a:lnTo>
                  <a:pt x="1795652" y="28575"/>
                </a:lnTo>
                <a:lnTo>
                  <a:pt x="1795779" y="57150"/>
                </a:lnTo>
                <a:lnTo>
                  <a:pt x="1781429" y="57204"/>
                </a:lnTo>
                <a:lnTo>
                  <a:pt x="1781555" y="85725"/>
                </a:lnTo>
                <a:lnTo>
                  <a:pt x="1867153" y="42544"/>
                </a:lnTo>
                <a:lnTo>
                  <a:pt x="1838922" y="28575"/>
                </a:lnTo>
                <a:close/>
              </a:path>
              <a:path w="1867535" h="85725">
                <a:moveTo>
                  <a:pt x="1781302" y="28629"/>
                </a:moveTo>
                <a:lnTo>
                  <a:pt x="0" y="35432"/>
                </a:lnTo>
                <a:lnTo>
                  <a:pt x="0" y="64007"/>
                </a:lnTo>
                <a:lnTo>
                  <a:pt x="1781429" y="57204"/>
                </a:lnTo>
                <a:lnTo>
                  <a:pt x="1781302" y="28629"/>
                </a:lnTo>
                <a:close/>
              </a:path>
              <a:path w="1867535" h="85725">
                <a:moveTo>
                  <a:pt x="1795652" y="28575"/>
                </a:moveTo>
                <a:lnTo>
                  <a:pt x="1781302" y="28629"/>
                </a:lnTo>
                <a:lnTo>
                  <a:pt x="1781429" y="57204"/>
                </a:lnTo>
                <a:lnTo>
                  <a:pt x="1795779" y="57150"/>
                </a:lnTo>
                <a:lnTo>
                  <a:pt x="1795652" y="28575"/>
                </a:lnTo>
                <a:close/>
              </a:path>
              <a:path w="1867535" h="85725">
                <a:moveTo>
                  <a:pt x="1781175" y="0"/>
                </a:moveTo>
                <a:lnTo>
                  <a:pt x="1781302" y="28629"/>
                </a:lnTo>
                <a:lnTo>
                  <a:pt x="1838922" y="28575"/>
                </a:lnTo>
                <a:lnTo>
                  <a:pt x="1781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89038" y="232918"/>
            <a:ext cx="2172335" cy="810260"/>
            <a:chOff x="7289038" y="232918"/>
            <a:chExt cx="2172335" cy="810260"/>
          </a:xfrm>
        </p:grpSpPr>
        <p:sp>
          <p:nvSpPr>
            <p:cNvPr id="3" name="object 3"/>
            <p:cNvSpPr/>
            <p:nvPr/>
          </p:nvSpPr>
          <p:spPr>
            <a:xfrm>
              <a:off x="7295388" y="239268"/>
              <a:ext cx="2159635" cy="797560"/>
            </a:xfrm>
            <a:custGeom>
              <a:avLst/>
              <a:gdLst/>
              <a:ahLst/>
              <a:cxnLst/>
              <a:rect l="l" t="t" r="r" b="b"/>
              <a:pathLst>
                <a:path w="2159634" h="797560">
                  <a:moveTo>
                    <a:pt x="2026665" y="0"/>
                  </a:moveTo>
                  <a:lnTo>
                    <a:pt x="132841" y="0"/>
                  </a:lnTo>
                  <a:lnTo>
                    <a:pt x="90838" y="6768"/>
                  </a:lnTo>
                  <a:lnTo>
                    <a:pt x="54370" y="25619"/>
                  </a:lnTo>
                  <a:lnTo>
                    <a:pt x="25619" y="54370"/>
                  </a:lnTo>
                  <a:lnTo>
                    <a:pt x="6768" y="90838"/>
                  </a:lnTo>
                  <a:lnTo>
                    <a:pt x="0" y="132841"/>
                  </a:lnTo>
                  <a:lnTo>
                    <a:pt x="0" y="664209"/>
                  </a:lnTo>
                  <a:lnTo>
                    <a:pt x="6768" y="706213"/>
                  </a:lnTo>
                  <a:lnTo>
                    <a:pt x="25619" y="742681"/>
                  </a:lnTo>
                  <a:lnTo>
                    <a:pt x="54370" y="771432"/>
                  </a:lnTo>
                  <a:lnTo>
                    <a:pt x="90838" y="790283"/>
                  </a:lnTo>
                  <a:lnTo>
                    <a:pt x="132841" y="797051"/>
                  </a:lnTo>
                  <a:lnTo>
                    <a:pt x="2026665" y="797051"/>
                  </a:lnTo>
                  <a:lnTo>
                    <a:pt x="2068669" y="790283"/>
                  </a:lnTo>
                  <a:lnTo>
                    <a:pt x="2105137" y="771432"/>
                  </a:lnTo>
                  <a:lnTo>
                    <a:pt x="2133888" y="742681"/>
                  </a:lnTo>
                  <a:lnTo>
                    <a:pt x="2152739" y="706213"/>
                  </a:lnTo>
                  <a:lnTo>
                    <a:pt x="2159507" y="664209"/>
                  </a:lnTo>
                  <a:lnTo>
                    <a:pt x="2159507" y="132841"/>
                  </a:lnTo>
                  <a:lnTo>
                    <a:pt x="2152739" y="90838"/>
                  </a:lnTo>
                  <a:lnTo>
                    <a:pt x="2133888" y="54370"/>
                  </a:lnTo>
                  <a:lnTo>
                    <a:pt x="2105137" y="25619"/>
                  </a:lnTo>
                  <a:lnTo>
                    <a:pt x="2068669" y="6768"/>
                  </a:lnTo>
                  <a:lnTo>
                    <a:pt x="202666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95388" y="239268"/>
              <a:ext cx="2159635" cy="797560"/>
            </a:xfrm>
            <a:custGeom>
              <a:avLst/>
              <a:gdLst/>
              <a:ahLst/>
              <a:cxnLst/>
              <a:rect l="l" t="t" r="r" b="b"/>
              <a:pathLst>
                <a:path w="2159634" h="797560">
                  <a:moveTo>
                    <a:pt x="0" y="132841"/>
                  </a:moveTo>
                  <a:lnTo>
                    <a:pt x="6768" y="90838"/>
                  </a:lnTo>
                  <a:lnTo>
                    <a:pt x="25619" y="54370"/>
                  </a:lnTo>
                  <a:lnTo>
                    <a:pt x="54370" y="25619"/>
                  </a:lnTo>
                  <a:lnTo>
                    <a:pt x="90838" y="6768"/>
                  </a:lnTo>
                  <a:lnTo>
                    <a:pt x="132841" y="0"/>
                  </a:lnTo>
                  <a:lnTo>
                    <a:pt x="2026665" y="0"/>
                  </a:lnTo>
                  <a:lnTo>
                    <a:pt x="2068669" y="6768"/>
                  </a:lnTo>
                  <a:lnTo>
                    <a:pt x="2105137" y="25619"/>
                  </a:lnTo>
                  <a:lnTo>
                    <a:pt x="2133888" y="54370"/>
                  </a:lnTo>
                  <a:lnTo>
                    <a:pt x="2152739" y="90838"/>
                  </a:lnTo>
                  <a:lnTo>
                    <a:pt x="2159507" y="132841"/>
                  </a:lnTo>
                  <a:lnTo>
                    <a:pt x="2159507" y="664209"/>
                  </a:lnTo>
                  <a:lnTo>
                    <a:pt x="2152739" y="706213"/>
                  </a:lnTo>
                  <a:lnTo>
                    <a:pt x="2133888" y="742681"/>
                  </a:lnTo>
                  <a:lnTo>
                    <a:pt x="2105137" y="771432"/>
                  </a:lnTo>
                  <a:lnTo>
                    <a:pt x="2068669" y="790283"/>
                  </a:lnTo>
                  <a:lnTo>
                    <a:pt x="2026665" y="797051"/>
                  </a:lnTo>
                  <a:lnTo>
                    <a:pt x="132841" y="797051"/>
                  </a:lnTo>
                  <a:lnTo>
                    <a:pt x="90838" y="790283"/>
                  </a:lnTo>
                  <a:lnTo>
                    <a:pt x="54370" y="771432"/>
                  </a:lnTo>
                  <a:lnTo>
                    <a:pt x="25619" y="742681"/>
                  </a:lnTo>
                  <a:lnTo>
                    <a:pt x="6768" y="706213"/>
                  </a:lnTo>
                  <a:lnTo>
                    <a:pt x="0" y="664209"/>
                  </a:lnTo>
                  <a:lnTo>
                    <a:pt x="0" y="13284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1692" y="344423"/>
              <a:ext cx="2013585" cy="585470"/>
            </a:xfrm>
            <a:custGeom>
              <a:avLst/>
              <a:gdLst/>
              <a:ahLst/>
              <a:cxnLst/>
              <a:rect l="l" t="t" r="r" b="b"/>
              <a:pathLst>
                <a:path w="2013584" h="585469">
                  <a:moveTo>
                    <a:pt x="2013203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2013203" y="585215"/>
                  </a:lnTo>
                  <a:lnTo>
                    <a:pt x="201320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521320" y="351866"/>
            <a:ext cx="17506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63698" y="232918"/>
            <a:ext cx="2172335" cy="810260"/>
            <a:chOff x="2663698" y="232918"/>
            <a:chExt cx="2172335" cy="810260"/>
          </a:xfrm>
        </p:grpSpPr>
        <p:sp>
          <p:nvSpPr>
            <p:cNvPr id="8" name="object 8"/>
            <p:cNvSpPr/>
            <p:nvPr/>
          </p:nvSpPr>
          <p:spPr>
            <a:xfrm>
              <a:off x="2670048" y="239268"/>
              <a:ext cx="2159635" cy="797560"/>
            </a:xfrm>
            <a:custGeom>
              <a:avLst/>
              <a:gdLst/>
              <a:ahLst/>
              <a:cxnLst/>
              <a:rect l="l" t="t" r="r" b="b"/>
              <a:pathLst>
                <a:path w="2159635" h="797560">
                  <a:moveTo>
                    <a:pt x="2026665" y="0"/>
                  </a:moveTo>
                  <a:lnTo>
                    <a:pt x="132841" y="0"/>
                  </a:lnTo>
                  <a:lnTo>
                    <a:pt x="90838" y="6768"/>
                  </a:lnTo>
                  <a:lnTo>
                    <a:pt x="54370" y="25619"/>
                  </a:lnTo>
                  <a:lnTo>
                    <a:pt x="25619" y="54370"/>
                  </a:lnTo>
                  <a:lnTo>
                    <a:pt x="6768" y="90838"/>
                  </a:lnTo>
                  <a:lnTo>
                    <a:pt x="0" y="132841"/>
                  </a:lnTo>
                  <a:lnTo>
                    <a:pt x="0" y="664209"/>
                  </a:lnTo>
                  <a:lnTo>
                    <a:pt x="6768" y="706213"/>
                  </a:lnTo>
                  <a:lnTo>
                    <a:pt x="25619" y="742681"/>
                  </a:lnTo>
                  <a:lnTo>
                    <a:pt x="54370" y="771432"/>
                  </a:lnTo>
                  <a:lnTo>
                    <a:pt x="90838" y="790283"/>
                  </a:lnTo>
                  <a:lnTo>
                    <a:pt x="132841" y="797051"/>
                  </a:lnTo>
                  <a:lnTo>
                    <a:pt x="2026665" y="797051"/>
                  </a:lnTo>
                  <a:lnTo>
                    <a:pt x="2068669" y="790283"/>
                  </a:lnTo>
                  <a:lnTo>
                    <a:pt x="2105137" y="771432"/>
                  </a:lnTo>
                  <a:lnTo>
                    <a:pt x="2133888" y="742681"/>
                  </a:lnTo>
                  <a:lnTo>
                    <a:pt x="2152739" y="706213"/>
                  </a:lnTo>
                  <a:lnTo>
                    <a:pt x="2159507" y="664209"/>
                  </a:lnTo>
                  <a:lnTo>
                    <a:pt x="2159507" y="132841"/>
                  </a:lnTo>
                  <a:lnTo>
                    <a:pt x="2152739" y="90838"/>
                  </a:lnTo>
                  <a:lnTo>
                    <a:pt x="2133888" y="54370"/>
                  </a:lnTo>
                  <a:lnTo>
                    <a:pt x="2105137" y="25619"/>
                  </a:lnTo>
                  <a:lnTo>
                    <a:pt x="2068669" y="6768"/>
                  </a:lnTo>
                  <a:lnTo>
                    <a:pt x="2026665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70048" y="239268"/>
              <a:ext cx="2159635" cy="797560"/>
            </a:xfrm>
            <a:custGeom>
              <a:avLst/>
              <a:gdLst/>
              <a:ahLst/>
              <a:cxnLst/>
              <a:rect l="l" t="t" r="r" b="b"/>
              <a:pathLst>
                <a:path w="2159635" h="797560">
                  <a:moveTo>
                    <a:pt x="0" y="132841"/>
                  </a:moveTo>
                  <a:lnTo>
                    <a:pt x="6768" y="90838"/>
                  </a:lnTo>
                  <a:lnTo>
                    <a:pt x="25619" y="54370"/>
                  </a:lnTo>
                  <a:lnTo>
                    <a:pt x="54370" y="25619"/>
                  </a:lnTo>
                  <a:lnTo>
                    <a:pt x="90838" y="6768"/>
                  </a:lnTo>
                  <a:lnTo>
                    <a:pt x="132841" y="0"/>
                  </a:lnTo>
                  <a:lnTo>
                    <a:pt x="2026665" y="0"/>
                  </a:lnTo>
                  <a:lnTo>
                    <a:pt x="2068669" y="6768"/>
                  </a:lnTo>
                  <a:lnTo>
                    <a:pt x="2105137" y="25619"/>
                  </a:lnTo>
                  <a:lnTo>
                    <a:pt x="2133888" y="54370"/>
                  </a:lnTo>
                  <a:lnTo>
                    <a:pt x="2152739" y="90838"/>
                  </a:lnTo>
                  <a:lnTo>
                    <a:pt x="2159507" y="132841"/>
                  </a:lnTo>
                  <a:lnTo>
                    <a:pt x="2159507" y="664209"/>
                  </a:lnTo>
                  <a:lnTo>
                    <a:pt x="2152739" y="706213"/>
                  </a:lnTo>
                  <a:lnTo>
                    <a:pt x="2133888" y="742681"/>
                  </a:lnTo>
                  <a:lnTo>
                    <a:pt x="2105137" y="771432"/>
                  </a:lnTo>
                  <a:lnTo>
                    <a:pt x="2068669" y="790283"/>
                  </a:lnTo>
                  <a:lnTo>
                    <a:pt x="2026665" y="797051"/>
                  </a:lnTo>
                  <a:lnTo>
                    <a:pt x="132841" y="797051"/>
                  </a:lnTo>
                  <a:lnTo>
                    <a:pt x="90838" y="790283"/>
                  </a:lnTo>
                  <a:lnTo>
                    <a:pt x="54370" y="771432"/>
                  </a:lnTo>
                  <a:lnTo>
                    <a:pt x="25619" y="742681"/>
                  </a:lnTo>
                  <a:lnTo>
                    <a:pt x="6768" y="706213"/>
                  </a:lnTo>
                  <a:lnTo>
                    <a:pt x="0" y="664209"/>
                  </a:lnTo>
                  <a:lnTo>
                    <a:pt x="0" y="13284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94838" y="351866"/>
            <a:ext cx="17506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6689" y="364821"/>
            <a:ext cx="599083" cy="566783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177033" y="1300733"/>
            <a:ext cx="994410" cy="304800"/>
          </a:xfrm>
          <a:custGeom>
            <a:avLst/>
            <a:gdLst/>
            <a:ahLst/>
            <a:cxnLst/>
            <a:rect l="l" t="t" r="r" b="b"/>
            <a:pathLst>
              <a:path w="994410" h="304800">
                <a:moveTo>
                  <a:pt x="304800" y="0"/>
                </a:moveTo>
                <a:lnTo>
                  <a:pt x="0" y="152400"/>
                </a:lnTo>
                <a:lnTo>
                  <a:pt x="304800" y="304800"/>
                </a:lnTo>
                <a:lnTo>
                  <a:pt x="304800" y="203200"/>
                </a:lnTo>
                <a:lnTo>
                  <a:pt x="254000" y="203200"/>
                </a:lnTo>
                <a:lnTo>
                  <a:pt x="254000" y="101600"/>
                </a:lnTo>
                <a:lnTo>
                  <a:pt x="304800" y="101600"/>
                </a:lnTo>
                <a:lnTo>
                  <a:pt x="304800" y="0"/>
                </a:lnTo>
                <a:close/>
              </a:path>
              <a:path w="994410" h="304800">
                <a:moveTo>
                  <a:pt x="304800" y="101600"/>
                </a:moveTo>
                <a:lnTo>
                  <a:pt x="254000" y="101600"/>
                </a:lnTo>
                <a:lnTo>
                  <a:pt x="254000" y="203200"/>
                </a:lnTo>
                <a:lnTo>
                  <a:pt x="304800" y="203200"/>
                </a:lnTo>
                <a:lnTo>
                  <a:pt x="304800" y="101600"/>
                </a:lnTo>
                <a:close/>
              </a:path>
              <a:path w="994410" h="304800">
                <a:moveTo>
                  <a:pt x="993902" y="101600"/>
                </a:moveTo>
                <a:lnTo>
                  <a:pt x="304800" y="101600"/>
                </a:lnTo>
                <a:lnTo>
                  <a:pt x="304800" y="203200"/>
                </a:lnTo>
                <a:lnTo>
                  <a:pt x="993902" y="203200"/>
                </a:lnTo>
                <a:lnTo>
                  <a:pt x="993902" y="1016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20261" y="1272666"/>
            <a:ext cx="1093470" cy="1433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Legacy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7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Library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97645" y="1469897"/>
            <a:ext cx="981075" cy="304800"/>
          </a:xfrm>
          <a:custGeom>
            <a:avLst/>
            <a:gdLst/>
            <a:ahLst/>
            <a:cxnLst/>
            <a:rect l="l" t="t" r="r" b="b"/>
            <a:pathLst>
              <a:path w="981075" h="304800">
                <a:moveTo>
                  <a:pt x="675894" y="0"/>
                </a:moveTo>
                <a:lnTo>
                  <a:pt x="675894" y="304800"/>
                </a:lnTo>
                <a:lnTo>
                  <a:pt x="879094" y="203200"/>
                </a:lnTo>
                <a:lnTo>
                  <a:pt x="726694" y="203200"/>
                </a:lnTo>
                <a:lnTo>
                  <a:pt x="726694" y="101600"/>
                </a:lnTo>
                <a:lnTo>
                  <a:pt x="879094" y="101600"/>
                </a:lnTo>
                <a:lnTo>
                  <a:pt x="675894" y="0"/>
                </a:lnTo>
                <a:close/>
              </a:path>
              <a:path w="981075" h="304800">
                <a:moveTo>
                  <a:pt x="675894" y="101600"/>
                </a:moveTo>
                <a:lnTo>
                  <a:pt x="0" y="101600"/>
                </a:lnTo>
                <a:lnTo>
                  <a:pt x="0" y="203200"/>
                </a:lnTo>
                <a:lnTo>
                  <a:pt x="675894" y="203200"/>
                </a:lnTo>
                <a:lnTo>
                  <a:pt x="675894" y="101600"/>
                </a:lnTo>
                <a:close/>
              </a:path>
              <a:path w="981075" h="304800">
                <a:moveTo>
                  <a:pt x="879094" y="101600"/>
                </a:moveTo>
                <a:lnTo>
                  <a:pt x="726694" y="101600"/>
                </a:lnTo>
                <a:lnTo>
                  <a:pt x="726694" y="203200"/>
                </a:lnTo>
                <a:lnTo>
                  <a:pt x="879094" y="203200"/>
                </a:lnTo>
                <a:lnTo>
                  <a:pt x="980694" y="152400"/>
                </a:lnTo>
                <a:lnTo>
                  <a:pt x="879094" y="1016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53096" y="1407414"/>
            <a:ext cx="1073785" cy="131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Future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24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Library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3639" y="2121026"/>
            <a:ext cx="1034796" cy="77495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8304" y="2139314"/>
            <a:ext cx="1034796" cy="77495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595117" y="3468370"/>
            <a:ext cx="702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7E7E7E"/>
                </a:solidFill>
                <a:latin typeface="Arial"/>
                <a:cs typeface="Arial"/>
              </a:rPr>
              <a:t>0100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7E7E7E"/>
                </a:solidFill>
                <a:latin typeface="Arial"/>
                <a:cs typeface="Arial"/>
              </a:rPr>
              <a:t>0001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90315" y="3590925"/>
            <a:ext cx="837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ASCII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71966" y="3230371"/>
            <a:ext cx="7023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7E7E7E"/>
                </a:solidFill>
                <a:latin typeface="Arial"/>
                <a:cs typeface="Arial"/>
              </a:rPr>
              <a:t>0000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7E7E7E"/>
                </a:solidFill>
                <a:latin typeface="Arial"/>
                <a:cs typeface="Arial"/>
              </a:rPr>
              <a:t>0000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7E7E7E"/>
                </a:solidFill>
                <a:latin typeface="Arial"/>
                <a:cs typeface="Arial"/>
              </a:rPr>
              <a:t>0100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7E7E7E"/>
                </a:solidFill>
                <a:latin typeface="Arial"/>
                <a:cs typeface="Arial"/>
              </a:rPr>
              <a:t>0001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68082" y="3655821"/>
            <a:ext cx="1226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Unicode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02992" y="4954523"/>
            <a:ext cx="705611" cy="50596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512567" y="5002479"/>
            <a:ext cx="2156460" cy="139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461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7/2=3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4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Arial"/>
                <a:cs typeface="Arial"/>
              </a:rPr>
              <a:t>print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“GKTCS”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51558" y="5031126"/>
            <a:ext cx="677824" cy="40303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268082" y="5002479"/>
            <a:ext cx="2359660" cy="13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7/2=3.5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print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(“GKTCS”)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46860" y="5948806"/>
            <a:ext cx="719328" cy="54584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54183" y="5942525"/>
            <a:ext cx="720851" cy="5446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4644" y="1236237"/>
            <a:ext cx="4427855" cy="4464050"/>
            <a:chOff x="3884644" y="1236237"/>
            <a:chExt cx="4427855" cy="4464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4644" y="1239005"/>
              <a:ext cx="4427266" cy="446075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25823" y="2322575"/>
              <a:ext cx="1336675" cy="2510155"/>
            </a:xfrm>
            <a:custGeom>
              <a:avLst/>
              <a:gdLst/>
              <a:ahLst/>
              <a:cxnLst/>
              <a:rect l="l" t="t" r="r" b="b"/>
              <a:pathLst>
                <a:path w="1336675" h="2510154">
                  <a:moveTo>
                    <a:pt x="1336548" y="0"/>
                  </a:moveTo>
                  <a:lnTo>
                    <a:pt x="1112496" y="117742"/>
                  </a:lnTo>
                  <a:lnTo>
                    <a:pt x="627697" y="443976"/>
                  </a:lnTo>
                  <a:lnTo>
                    <a:pt x="163187" y="938206"/>
                  </a:lnTo>
                  <a:lnTo>
                    <a:pt x="0" y="1559941"/>
                  </a:lnTo>
                  <a:lnTo>
                    <a:pt x="163071" y="2015823"/>
                  </a:lnTo>
                  <a:lnTo>
                    <a:pt x="432181" y="2308256"/>
                  </a:lnTo>
                  <a:lnTo>
                    <a:pt x="684049" y="2464054"/>
                  </a:lnTo>
                  <a:lnTo>
                    <a:pt x="795401" y="2510028"/>
                  </a:lnTo>
                  <a:lnTo>
                    <a:pt x="762172" y="2424332"/>
                  </a:lnTo>
                  <a:lnTo>
                    <a:pt x="695975" y="2184796"/>
                  </a:lnTo>
                  <a:lnTo>
                    <a:pt x="647043" y="1817745"/>
                  </a:lnTo>
                  <a:lnTo>
                    <a:pt x="665606" y="1349502"/>
                  </a:lnTo>
                  <a:lnTo>
                    <a:pt x="804677" y="879002"/>
                  </a:lnTo>
                  <a:lnTo>
                    <a:pt x="1031509" y="443960"/>
                  </a:lnTo>
                  <a:lnTo>
                    <a:pt x="1243125" y="124313"/>
                  </a:lnTo>
                  <a:lnTo>
                    <a:pt x="1336548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75386" y="1608826"/>
              <a:ext cx="2463165" cy="1336040"/>
            </a:xfrm>
            <a:custGeom>
              <a:avLst/>
              <a:gdLst/>
              <a:ahLst/>
              <a:cxnLst/>
              <a:rect l="l" t="t" r="r" b="b"/>
              <a:pathLst>
                <a:path w="2463165" h="1336039">
                  <a:moveTo>
                    <a:pt x="1063910" y="0"/>
                  </a:moveTo>
                  <a:lnTo>
                    <a:pt x="442841" y="168792"/>
                  </a:lnTo>
                  <a:lnTo>
                    <a:pt x="127777" y="540228"/>
                  </a:lnTo>
                  <a:lnTo>
                    <a:pt x="8691" y="920283"/>
                  </a:lnTo>
                  <a:lnTo>
                    <a:pt x="0" y="1216280"/>
                  </a:lnTo>
                  <a:lnTo>
                    <a:pt x="16121" y="1335541"/>
                  </a:lnTo>
                  <a:lnTo>
                    <a:pt x="74098" y="1263128"/>
                  </a:lnTo>
                  <a:lnTo>
                    <a:pt x="249054" y="1084367"/>
                  </a:lnTo>
                  <a:lnTo>
                    <a:pt x="542526" y="856982"/>
                  </a:lnTo>
                  <a:lnTo>
                    <a:pt x="956048" y="638692"/>
                  </a:lnTo>
                  <a:lnTo>
                    <a:pt x="1433117" y="524101"/>
                  </a:lnTo>
                  <a:lnTo>
                    <a:pt x="1924343" y="503676"/>
                  </a:lnTo>
                  <a:lnTo>
                    <a:pt x="2308199" y="527804"/>
                  </a:lnTo>
                  <a:lnTo>
                    <a:pt x="2463157" y="546871"/>
                  </a:lnTo>
                  <a:lnTo>
                    <a:pt x="2249281" y="411841"/>
                  </a:lnTo>
                  <a:lnTo>
                    <a:pt x="1724461" y="155283"/>
                  </a:lnTo>
                  <a:lnTo>
                    <a:pt x="106391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62599" y="1236237"/>
              <a:ext cx="1923414" cy="2026920"/>
            </a:xfrm>
            <a:custGeom>
              <a:avLst/>
              <a:gdLst/>
              <a:ahLst/>
              <a:cxnLst/>
              <a:rect l="l" t="t" r="r" b="b"/>
              <a:pathLst>
                <a:path w="1923415" h="2026920">
                  <a:moveTo>
                    <a:pt x="748057" y="0"/>
                  </a:moveTo>
                  <a:lnTo>
                    <a:pt x="358140" y="85800"/>
                  </a:lnTo>
                  <a:lnTo>
                    <a:pt x="95952" y="225274"/>
                  </a:lnTo>
                  <a:lnTo>
                    <a:pt x="0" y="298430"/>
                  </a:lnTo>
                  <a:lnTo>
                    <a:pt x="92069" y="313362"/>
                  </a:lnTo>
                  <a:lnTo>
                    <a:pt x="335168" y="377408"/>
                  </a:lnTo>
                  <a:lnTo>
                    <a:pt x="679638" y="519439"/>
                  </a:lnTo>
                  <a:lnTo>
                    <a:pt x="1075817" y="768330"/>
                  </a:lnTo>
                  <a:lnTo>
                    <a:pt x="1414307" y="1124444"/>
                  </a:lnTo>
                  <a:lnTo>
                    <a:pt x="1679289" y="1539267"/>
                  </a:lnTo>
                  <a:lnTo>
                    <a:pt x="1852021" y="1883201"/>
                  </a:lnTo>
                  <a:lnTo>
                    <a:pt x="1913763" y="2026646"/>
                  </a:lnTo>
                  <a:lnTo>
                    <a:pt x="1922805" y="1773824"/>
                  </a:lnTo>
                  <a:lnTo>
                    <a:pt x="1880663" y="1190890"/>
                  </a:lnTo>
                  <a:lnTo>
                    <a:pt x="1683430" y="541139"/>
                  </a:lnTo>
                  <a:lnTo>
                    <a:pt x="1227201" y="87864"/>
                  </a:lnTo>
                  <a:lnTo>
                    <a:pt x="748057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29627" y="2025395"/>
              <a:ext cx="1336675" cy="2510155"/>
            </a:xfrm>
            <a:custGeom>
              <a:avLst/>
              <a:gdLst/>
              <a:ahLst/>
              <a:cxnLst/>
              <a:rect l="l" t="t" r="r" b="b"/>
              <a:pathLst>
                <a:path w="1336675" h="2510154">
                  <a:moveTo>
                    <a:pt x="541147" y="0"/>
                  </a:moveTo>
                  <a:lnTo>
                    <a:pt x="574375" y="85695"/>
                  </a:lnTo>
                  <a:lnTo>
                    <a:pt x="640572" y="325231"/>
                  </a:lnTo>
                  <a:lnTo>
                    <a:pt x="689504" y="692282"/>
                  </a:lnTo>
                  <a:lnTo>
                    <a:pt x="670941" y="1160526"/>
                  </a:lnTo>
                  <a:lnTo>
                    <a:pt x="531870" y="1631025"/>
                  </a:lnTo>
                  <a:lnTo>
                    <a:pt x="305038" y="2066067"/>
                  </a:lnTo>
                  <a:lnTo>
                    <a:pt x="93422" y="2385714"/>
                  </a:lnTo>
                  <a:lnTo>
                    <a:pt x="0" y="2510028"/>
                  </a:lnTo>
                  <a:lnTo>
                    <a:pt x="224051" y="2392285"/>
                  </a:lnTo>
                  <a:lnTo>
                    <a:pt x="708850" y="2066051"/>
                  </a:lnTo>
                  <a:lnTo>
                    <a:pt x="1173360" y="1571821"/>
                  </a:lnTo>
                  <a:lnTo>
                    <a:pt x="1336548" y="950087"/>
                  </a:lnTo>
                  <a:lnTo>
                    <a:pt x="1173476" y="494204"/>
                  </a:lnTo>
                  <a:lnTo>
                    <a:pt x="904367" y="201771"/>
                  </a:lnTo>
                  <a:lnTo>
                    <a:pt x="652498" y="45974"/>
                  </a:lnTo>
                  <a:lnTo>
                    <a:pt x="541147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53455" y="3913631"/>
              <a:ext cx="2463165" cy="1336040"/>
            </a:xfrm>
            <a:custGeom>
              <a:avLst/>
              <a:gdLst/>
              <a:ahLst/>
              <a:cxnLst/>
              <a:rect l="l" t="t" r="r" b="b"/>
              <a:pathLst>
                <a:path w="2463165" h="1336039">
                  <a:moveTo>
                    <a:pt x="2447036" y="0"/>
                  </a:moveTo>
                  <a:lnTo>
                    <a:pt x="2389058" y="72413"/>
                  </a:lnTo>
                  <a:lnTo>
                    <a:pt x="2214102" y="251174"/>
                  </a:lnTo>
                  <a:lnTo>
                    <a:pt x="1920630" y="478559"/>
                  </a:lnTo>
                  <a:lnTo>
                    <a:pt x="1507109" y="696849"/>
                  </a:lnTo>
                  <a:lnTo>
                    <a:pt x="1030039" y="811440"/>
                  </a:lnTo>
                  <a:lnTo>
                    <a:pt x="538813" y="831865"/>
                  </a:lnTo>
                  <a:lnTo>
                    <a:pt x="154957" y="807737"/>
                  </a:lnTo>
                  <a:lnTo>
                    <a:pt x="0" y="788670"/>
                  </a:lnTo>
                  <a:lnTo>
                    <a:pt x="214643" y="923700"/>
                  </a:lnTo>
                  <a:lnTo>
                    <a:pt x="740743" y="1180258"/>
                  </a:lnTo>
                  <a:lnTo>
                    <a:pt x="1401550" y="1335541"/>
                  </a:lnTo>
                  <a:lnTo>
                    <a:pt x="2020316" y="1166749"/>
                  </a:lnTo>
                  <a:lnTo>
                    <a:pt x="2335379" y="795313"/>
                  </a:lnTo>
                  <a:lnTo>
                    <a:pt x="2454465" y="415258"/>
                  </a:lnTo>
                  <a:lnTo>
                    <a:pt x="2463157" y="119260"/>
                  </a:lnTo>
                  <a:lnTo>
                    <a:pt x="2447036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11094" y="3595115"/>
              <a:ext cx="1918335" cy="2026920"/>
            </a:xfrm>
            <a:custGeom>
              <a:avLst/>
              <a:gdLst/>
              <a:ahLst/>
              <a:cxnLst/>
              <a:rect l="l" t="t" r="r" b="b"/>
              <a:pathLst>
                <a:path w="1918334" h="2026920">
                  <a:moveTo>
                    <a:pt x="9876" y="0"/>
                  </a:moveTo>
                  <a:lnTo>
                    <a:pt x="0" y="252821"/>
                  </a:lnTo>
                  <a:lnTo>
                    <a:pt x="40308" y="835755"/>
                  </a:lnTo>
                  <a:lnTo>
                    <a:pt x="235708" y="1485507"/>
                  </a:lnTo>
                  <a:lnTo>
                    <a:pt x="691104" y="1938782"/>
                  </a:lnTo>
                  <a:lnTo>
                    <a:pt x="1170247" y="2026646"/>
                  </a:lnTo>
                  <a:lnTo>
                    <a:pt x="1560165" y="1940845"/>
                  </a:lnTo>
                  <a:lnTo>
                    <a:pt x="1822352" y="1801371"/>
                  </a:lnTo>
                  <a:lnTo>
                    <a:pt x="1918305" y="1728216"/>
                  </a:lnTo>
                  <a:lnTo>
                    <a:pt x="1826986" y="1713283"/>
                  </a:lnTo>
                  <a:lnTo>
                    <a:pt x="1585136" y="1649237"/>
                  </a:lnTo>
                  <a:lnTo>
                    <a:pt x="1240916" y="1507206"/>
                  </a:lnTo>
                  <a:lnTo>
                    <a:pt x="842488" y="1258316"/>
                  </a:lnTo>
                  <a:lnTo>
                    <a:pt x="504830" y="902202"/>
                  </a:lnTo>
                  <a:lnTo>
                    <a:pt x="241682" y="487378"/>
                  </a:lnTo>
                  <a:lnTo>
                    <a:pt x="70784" y="143444"/>
                  </a:lnTo>
                  <a:lnTo>
                    <a:pt x="9876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43803" y="2169998"/>
            <a:ext cx="11449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solidFill>
                  <a:srgbClr val="767070"/>
                </a:solidFill>
                <a:latin typeface="Verdana"/>
                <a:cs typeface="Verdana"/>
              </a:rPr>
              <a:t>Why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1676" y="1478280"/>
            <a:ext cx="6680200" cy="3850004"/>
            <a:chOff x="2741676" y="1478280"/>
            <a:chExt cx="6680200" cy="3850004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8824" y="2849880"/>
              <a:ext cx="2054352" cy="13868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61994" y="1942338"/>
              <a:ext cx="1294765" cy="0"/>
            </a:xfrm>
            <a:custGeom>
              <a:avLst/>
              <a:gdLst/>
              <a:ahLst/>
              <a:cxnLst/>
              <a:rect l="l" t="t" r="r" b="b"/>
              <a:pathLst>
                <a:path w="1294764">
                  <a:moveTo>
                    <a:pt x="0" y="0"/>
                  </a:moveTo>
                  <a:lnTo>
                    <a:pt x="1294256" y="0"/>
                  </a:lnTo>
                </a:path>
              </a:pathLst>
            </a:custGeom>
            <a:ln w="285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63112" y="1840992"/>
              <a:ext cx="224154" cy="201295"/>
            </a:xfrm>
            <a:custGeom>
              <a:avLst/>
              <a:gdLst/>
              <a:ahLst/>
              <a:cxnLst/>
              <a:rect l="l" t="t" r="r" b="b"/>
              <a:pathLst>
                <a:path w="224154" h="201294">
                  <a:moveTo>
                    <a:pt x="112013" y="0"/>
                  </a:moveTo>
                  <a:lnTo>
                    <a:pt x="0" y="100584"/>
                  </a:lnTo>
                  <a:lnTo>
                    <a:pt x="112013" y="201168"/>
                  </a:lnTo>
                  <a:lnTo>
                    <a:pt x="224027" y="100584"/>
                  </a:lnTo>
                  <a:lnTo>
                    <a:pt x="112013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42082" y="3755897"/>
              <a:ext cx="1294765" cy="0"/>
            </a:xfrm>
            <a:custGeom>
              <a:avLst/>
              <a:gdLst/>
              <a:ahLst/>
              <a:cxnLst/>
              <a:rect l="l" t="t" r="r" b="b"/>
              <a:pathLst>
                <a:path w="1294764">
                  <a:moveTo>
                    <a:pt x="0" y="0"/>
                  </a:moveTo>
                  <a:lnTo>
                    <a:pt x="1294257" y="0"/>
                  </a:lnTo>
                </a:path>
              </a:pathLst>
            </a:custGeom>
            <a:ln w="285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1676" y="3654552"/>
              <a:ext cx="226060" cy="200025"/>
            </a:xfrm>
            <a:custGeom>
              <a:avLst/>
              <a:gdLst/>
              <a:ahLst/>
              <a:cxnLst/>
              <a:rect l="l" t="t" r="r" b="b"/>
              <a:pathLst>
                <a:path w="226060" h="200025">
                  <a:moveTo>
                    <a:pt x="112775" y="0"/>
                  </a:moveTo>
                  <a:lnTo>
                    <a:pt x="0" y="99822"/>
                  </a:lnTo>
                  <a:lnTo>
                    <a:pt x="112775" y="199644"/>
                  </a:lnTo>
                  <a:lnTo>
                    <a:pt x="225551" y="99822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82618" y="5214365"/>
              <a:ext cx="1294765" cy="0"/>
            </a:xfrm>
            <a:custGeom>
              <a:avLst/>
              <a:gdLst/>
              <a:ahLst/>
              <a:cxnLst/>
              <a:rect l="l" t="t" r="r" b="b"/>
              <a:pathLst>
                <a:path w="1294764">
                  <a:moveTo>
                    <a:pt x="0" y="0"/>
                  </a:moveTo>
                  <a:lnTo>
                    <a:pt x="1294257" y="0"/>
                  </a:lnTo>
                </a:path>
              </a:pathLst>
            </a:custGeom>
            <a:ln w="285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82212" y="5126736"/>
              <a:ext cx="226060" cy="201295"/>
            </a:xfrm>
            <a:custGeom>
              <a:avLst/>
              <a:gdLst/>
              <a:ahLst/>
              <a:cxnLst/>
              <a:rect l="l" t="t" r="r" b="b"/>
              <a:pathLst>
                <a:path w="226060" h="201295">
                  <a:moveTo>
                    <a:pt x="112775" y="0"/>
                  </a:moveTo>
                  <a:lnTo>
                    <a:pt x="0" y="100583"/>
                  </a:lnTo>
                  <a:lnTo>
                    <a:pt x="112775" y="201167"/>
                  </a:lnTo>
                  <a:lnTo>
                    <a:pt x="225551" y="100583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48450" y="1579626"/>
              <a:ext cx="1294765" cy="0"/>
            </a:xfrm>
            <a:custGeom>
              <a:avLst/>
              <a:gdLst/>
              <a:ahLst/>
              <a:cxnLst/>
              <a:rect l="l" t="t" r="r" b="b"/>
              <a:pathLst>
                <a:path w="1294765">
                  <a:moveTo>
                    <a:pt x="1294256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15655" y="1478280"/>
              <a:ext cx="226060" cy="201295"/>
            </a:xfrm>
            <a:custGeom>
              <a:avLst/>
              <a:gdLst/>
              <a:ahLst/>
              <a:cxnLst/>
              <a:rect l="l" t="t" r="r" b="b"/>
              <a:pathLst>
                <a:path w="226059" h="201294">
                  <a:moveTo>
                    <a:pt x="112775" y="0"/>
                  </a:moveTo>
                  <a:lnTo>
                    <a:pt x="0" y="100584"/>
                  </a:lnTo>
                  <a:lnTo>
                    <a:pt x="112775" y="201168"/>
                  </a:lnTo>
                  <a:lnTo>
                    <a:pt x="225551" y="100584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28610" y="3329178"/>
              <a:ext cx="1294765" cy="0"/>
            </a:xfrm>
            <a:custGeom>
              <a:avLst/>
              <a:gdLst/>
              <a:ahLst/>
              <a:cxnLst/>
              <a:rect l="l" t="t" r="r" b="b"/>
              <a:pathLst>
                <a:path w="1294765">
                  <a:moveTo>
                    <a:pt x="1294257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95816" y="3227831"/>
              <a:ext cx="226060" cy="201295"/>
            </a:xfrm>
            <a:custGeom>
              <a:avLst/>
              <a:gdLst/>
              <a:ahLst/>
              <a:cxnLst/>
              <a:rect l="l" t="t" r="r" b="b"/>
              <a:pathLst>
                <a:path w="226059" h="201295">
                  <a:moveTo>
                    <a:pt x="112775" y="0"/>
                  </a:moveTo>
                  <a:lnTo>
                    <a:pt x="0" y="100583"/>
                  </a:lnTo>
                  <a:lnTo>
                    <a:pt x="112775" y="201167"/>
                  </a:lnTo>
                  <a:lnTo>
                    <a:pt x="225551" y="100583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69073" y="4879086"/>
              <a:ext cx="1294765" cy="0"/>
            </a:xfrm>
            <a:custGeom>
              <a:avLst/>
              <a:gdLst/>
              <a:ahLst/>
              <a:cxnLst/>
              <a:rect l="l" t="t" r="r" b="b"/>
              <a:pathLst>
                <a:path w="1294765">
                  <a:moveTo>
                    <a:pt x="1294256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336279" y="4764024"/>
              <a:ext cx="224154" cy="201295"/>
            </a:xfrm>
            <a:custGeom>
              <a:avLst/>
              <a:gdLst/>
              <a:ahLst/>
              <a:cxnLst/>
              <a:rect l="l" t="t" r="r" b="b"/>
              <a:pathLst>
                <a:path w="224154" h="201295">
                  <a:moveTo>
                    <a:pt x="112014" y="0"/>
                  </a:moveTo>
                  <a:lnTo>
                    <a:pt x="0" y="100583"/>
                  </a:lnTo>
                  <a:lnTo>
                    <a:pt x="112014" y="201168"/>
                  </a:lnTo>
                  <a:lnTo>
                    <a:pt x="224027" y="100583"/>
                  </a:lnTo>
                  <a:lnTo>
                    <a:pt x="112014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34202" y="3981450"/>
            <a:ext cx="3384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767070"/>
                </a:solidFill>
                <a:latin typeface="Verdana"/>
                <a:cs typeface="Verdana"/>
              </a:rPr>
              <a:t>?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50389" y="1558290"/>
            <a:ext cx="11531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446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It 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is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simple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04961" y="1195196"/>
            <a:ext cx="15640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Beginner Friendly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2289" y="3313303"/>
            <a:ext cx="19157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Versatile</a:t>
            </a:r>
            <a:r>
              <a:rPr sz="2400" b="1" spc="-114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&amp;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Flexible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09952" y="5001895"/>
            <a:ext cx="20091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Expandable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507981" y="2785998"/>
            <a:ext cx="15462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23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Mature Package Libraries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22283" y="4495927"/>
            <a:ext cx="1383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0855" marR="5080" indent="-47879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Support 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AI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983" rIns="0" bIns="0" rtlCol="0">
            <a:spAutoFit/>
          </a:bodyPr>
          <a:lstStyle/>
          <a:p>
            <a:pPr marL="36823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246" y="1999310"/>
            <a:ext cx="16160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Free</a:t>
            </a:r>
            <a:r>
              <a:rPr sz="18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&amp;</a:t>
            </a:r>
            <a:r>
              <a:rPr sz="18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767070"/>
                </a:solidFill>
                <a:latin typeface="Verdana"/>
                <a:cs typeface="Verdana"/>
              </a:rPr>
              <a:t>Open</a:t>
            </a:r>
            <a:endParaRPr sz="1800">
              <a:latin typeface="Verdana"/>
              <a:cs typeface="Verdana"/>
            </a:endParaRPr>
          </a:p>
          <a:p>
            <a:pPr marL="405765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Source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8610" y="2795492"/>
            <a:ext cx="1252855" cy="1839595"/>
            <a:chOff x="818610" y="2795492"/>
            <a:chExt cx="1252855" cy="18395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819" y="3194303"/>
              <a:ext cx="1195578" cy="12260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2999" y="4326635"/>
              <a:ext cx="599440" cy="302260"/>
            </a:xfrm>
            <a:custGeom>
              <a:avLst/>
              <a:gdLst/>
              <a:ahLst/>
              <a:cxnLst/>
              <a:rect l="l" t="t" r="r" b="b"/>
              <a:pathLst>
                <a:path w="599439" h="302260">
                  <a:moveTo>
                    <a:pt x="0" y="0"/>
                  </a:moveTo>
                  <a:lnTo>
                    <a:pt x="306831" y="301751"/>
                  </a:lnTo>
                </a:path>
                <a:path w="599439" h="302260">
                  <a:moveTo>
                    <a:pt x="599439" y="0"/>
                  </a:moveTo>
                  <a:lnTo>
                    <a:pt x="292608" y="301751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819" y="2822447"/>
              <a:ext cx="1196498" cy="12267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47185" y="2824067"/>
              <a:ext cx="1195705" cy="1225550"/>
            </a:xfrm>
            <a:custGeom>
              <a:avLst/>
              <a:gdLst/>
              <a:ahLst/>
              <a:cxnLst/>
              <a:rect l="l" t="t" r="r" b="b"/>
              <a:pathLst>
                <a:path w="1195705" h="1225550">
                  <a:moveTo>
                    <a:pt x="674147" y="1192815"/>
                  </a:moveTo>
                  <a:lnTo>
                    <a:pt x="638393" y="1217033"/>
                  </a:lnTo>
                  <a:lnTo>
                    <a:pt x="597566" y="1225105"/>
                  </a:lnTo>
                  <a:lnTo>
                    <a:pt x="556740" y="1217033"/>
                  </a:lnTo>
                  <a:lnTo>
                    <a:pt x="520985" y="1192815"/>
                  </a:lnTo>
                  <a:lnTo>
                    <a:pt x="238017" y="902725"/>
                  </a:lnTo>
                  <a:lnTo>
                    <a:pt x="92709" y="753760"/>
                  </a:lnTo>
                  <a:lnTo>
                    <a:pt x="39175" y="698879"/>
                  </a:lnTo>
                  <a:lnTo>
                    <a:pt x="31527" y="691038"/>
                  </a:lnTo>
                  <a:lnTo>
                    <a:pt x="7881" y="654403"/>
                  </a:lnTo>
                  <a:lnTo>
                    <a:pt x="0" y="612552"/>
                  </a:lnTo>
                  <a:lnTo>
                    <a:pt x="7881" y="570702"/>
                  </a:lnTo>
                  <a:lnTo>
                    <a:pt x="31527" y="534066"/>
                  </a:lnTo>
                  <a:lnTo>
                    <a:pt x="314495" y="243976"/>
                  </a:lnTo>
                  <a:lnTo>
                    <a:pt x="459803" y="95011"/>
                  </a:lnTo>
                  <a:lnTo>
                    <a:pt x="513337" y="40130"/>
                  </a:lnTo>
                  <a:lnTo>
                    <a:pt x="520985" y="32289"/>
                  </a:lnTo>
                  <a:lnTo>
                    <a:pt x="556740" y="8072"/>
                  </a:lnTo>
                  <a:lnTo>
                    <a:pt x="597566" y="0"/>
                  </a:lnTo>
                  <a:lnTo>
                    <a:pt x="638393" y="8072"/>
                  </a:lnTo>
                  <a:lnTo>
                    <a:pt x="674147" y="32289"/>
                  </a:lnTo>
                  <a:lnTo>
                    <a:pt x="957115" y="322379"/>
                  </a:lnTo>
                  <a:lnTo>
                    <a:pt x="1102423" y="471344"/>
                  </a:lnTo>
                  <a:lnTo>
                    <a:pt x="1155957" y="526226"/>
                  </a:lnTo>
                  <a:lnTo>
                    <a:pt x="1163605" y="534066"/>
                  </a:lnTo>
                  <a:lnTo>
                    <a:pt x="1187251" y="570702"/>
                  </a:lnTo>
                  <a:lnTo>
                    <a:pt x="1195133" y="612552"/>
                  </a:lnTo>
                  <a:lnTo>
                    <a:pt x="1187251" y="654403"/>
                  </a:lnTo>
                  <a:lnTo>
                    <a:pt x="1163605" y="691038"/>
                  </a:lnTo>
                  <a:lnTo>
                    <a:pt x="674147" y="1192815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135" y="3043427"/>
              <a:ext cx="723900" cy="74066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471166" y="4232529"/>
            <a:ext cx="15817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Improved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Productivity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23026" y="2255266"/>
            <a:ext cx="1250950" cy="1836420"/>
            <a:chOff x="2623026" y="2255266"/>
            <a:chExt cx="1250950" cy="183642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0236" y="2467356"/>
              <a:ext cx="1194053" cy="12260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7416" y="2261616"/>
              <a:ext cx="599440" cy="302260"/>
            </a:xfrm>
            <a:custGeom>
              <a:avLst/>
              <a:gdLst/>
              <a:ahLst/>
              <a:cxnLst/>
              <a:rect l="l" t="t" r="r" b="b"/>
              <a:pathLst>
                <a:path w="599439" h="302260">
                  <a:moveTo>
                    <a:pt x="0" y="301751"/>
                  </a:moveTo>
                  <a:lnTo>
                    <a:pt x="306831" y="0"/>
                  </a:lnTo>
                </a:path>
                <a:path w="599439" h="302260">
                  <a:moveTo>
                    <a:pt x="599439" y="301751"/>
                  </a:moveTo>
                  <a:lnTo>
                    <a:pt x="292607" y="0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236" y="2836164"/>
              <a:ext cx="1194974" cy="12267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51601" y="2837783"/>
              <a:ext cx="1193800" cy="1225550"/>
            </a:xfrm>
            <a:custGeom>
              <a:avLst/>
              <a:gdLst/>
              <a:ahLst/>
              <a:cxnLst/>
              <a:rect l="l" t="t" r="r" b="b"/>
              <a:pathLst>
                <a:path w="1193800" h="1225550">
                  <a:moveTo>
                    <a:pt x="673258" y="1192815"/>
                  </a:moveTo>
                  <a:lnTo>
                    <a:pt x="637579" y="1217033"/>
                  </a:lnTo>
                  <a:lnTo>
                    <a:pt x="596804" y="1225105"/>
                  </a:lnTo>
                  <a:lnTo>
                    <a:pt x="556029" y="1217033"/>
                  </a:lnTo>
                  <a:lnTo>
                    <a:pt x="520350" y="1192815"/>
                  </a:lnTo>
                  <a:lnTo>
                    <a:pt x="237749" y="902725"/>
                  </a:lnTo>
                  <a:lnTo>
                    <a:pt x="92630" y="753760"/>
                  </a:lnTo>
                  <a:lnTo>
                    <a:pt x="39165" y="698879"/>
                  </a:lnTo>
                  <a:lnTo>
                    <a:pt x="31527" y="691038"/>
                  </a:lnTo>
                  <a:lnTo>
                    <a:pt x="7881" y="654403"/>
                  </a:lnTo>
                  <a:lnTo>
                    <a:pt x="0" y="612552"/>
                  </a:lnTo>
                  <a:lnTo>
                    <a:pt x="7881" y="570702"/>
                  </a:lnTo>
                  <a:lnTo>
                    <a:pt x="31527" y="534066"/>
                  </a:lnTo>
                  <a:lnTo>
                    <a:pt x="314128" y="243976"/>
                  </a:lnTo>
                  <a:lnTo>
                    <a:pt x="459247" y="95011"/>
                  </a:lnTo>
                  <a:lnTo>
                    <a:pt x="512712" y="40130"/>
                  </a:lnTo>
                  <a:lnTo>
                    <a:pt x="520350" y="32289"/>
                  </a:lnTo>
                  <a:lnTo>
                    <a:pt x="556029" y="8072"/>
                  </a:lnTo>
                  <a:lnTo>
                    <a:pt x="596804" y="0"/>
                  </a:lnTo>
                  <a:lnTo>
                    <a:pt x="637579" y="8072"/>
                  </a:lnTo>
                  <a:lnTo>
                    <a:pt x="673258" y="32289"/>
                  </a:lnTo>
                  <a:lnTo>
                    <a:pt x="955859" y="322379"/>
                  </a:lnTo>
                  <a:lnTo>
                    <a:pt x="1100978" y="471344"/>
                  </a:lnTo>
                  <a:lnTo>
                    <a:pt x="1154443" y="526226"/>
                  </a:lnTo>
                  <a:lnTo>
                    <a:pt x="1162081" y="534066"/>
                  </a:lnTo>
                  <a:lnTo>
                    <a:pt x="1185727" y="570702"/>
                  </a:lnTo>
                  <a:lnTo>
                    <a:pt x="1193609" y="612552"/>
                  </a:lnTo>
                  <a:lnTo>
                    <a:pt x="1185727" y="654403"/>
                  </a:lnTo>
                  <a:lnTo>
                    <a:pt x="1162081" y="691038"/>
                  </a:lnTo>
                  <a:lnTo>
                    <a:pt x="673258" y="1192815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9316" y="3092196"/>
              <a:ext cx="672083" cy="68884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450302" y="2800064"/>
            <a:ext cx="1252855" cy="1839595"/>
            <a:chOff x="4450302" y="2800064"/>
            <a:chExt cx="1252855" cy="183959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7512" y="3198875"/>
              <a:ext cx="1195577" cy="122605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74692" y="4331207"/>
              <a:ext cx="599440" cy="302260"/>
            </a:xfrm>
            <a:custGeom>
              <a:avLst/>
              <a:gdLst/>
              <a:ahLst/>
              <a:cxnLst/>
              <a:rect l="l" t="t" r="r" b="b"/>
              <a:pathLst>
                <a:path w="599439" h="302260">
                  <a:moveTo>
                    <a:pt x="0" y="0"/>
                  </a:moveTo>
                  <a:lnTo>
                    <a:pt x="306832" y="301752"/>
                  </a:lnTo>
                </a:path>
                <a:path w="599439" h="302260">
                  <a:moveTo>
                    <a:pt x="599440" y="0"/>
                  </a:moveTo>
                  <a:lnTo>
                    <a:pt x="292608" y="301752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7512" y="2827019"/>
              <a:ext cx="1196498" cy="12252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78877" y="2828639"/>
              <a:ext cx="1195705" cy="1223645"/>
            </a:xfrm>
            <a:custGeom>
              <a:avLst/>
              <a:gdLst/>
              <a:ahLst/>
              <a:cxnLst/>
              <a:rect l="l" t="t" r="r" b="b"/>
              <a:pathLst>
                <a:path w="1195704" h="1223645">
                  <a:moveTo>
                    <a:pt x="674147" y="1191291"/>
                  </a:moveTo>
                  <a:lnTo>
                    <a:pt x="638393" y="1215509"/>
                  </a:lnTo>
                  <a:lnTo>
                    <a:pt x="597566" y="1223581"/>
                  </a:lnTo>
                  <a:lnTo>
                    <a:pt x="556740" y="1215509"/>
                  </a:lnTo>
                  <a:lnTo>
                    <a:pt x="520985" y="1191291"/>
                  </a:lnTo>
                  <a:lnTo>
                    <a:pt x="238017" y="901569"/>
                  </a:lnTo>
                  <a:lnTo>
                    <a:pt x="92710" y="752792"/>
                  </a:lnTo>
                  <a:lnTo>
                    <a:pt x="39175" y="697980"/>
                  </a:lnTo>
                  <a:lnTo>
                    <a:pt x="31527" y="690149"/>
                  </a:lnTo>
                  <a:lnTo>
                    <a:pt x="7881" y="653553"/>
                  </a:lnTo>
                  <a:lnTo>
                    <a:pt x="0" y="611790"/>
                  </a:lnTo>
                  <a:lnTo>
                    <a:pt x="7881" y="570027"/>
                  </a:lnTo>
                  <a:lnTo>
                    <a:pt x="31527" y="533431"/>
                  </a:lnTo>
                  <a:lnTo>
                    <a:pt x="314495" y="243709"/>
                  </a:lnTo>
                  <a:lnTo>
                    <a:pt x="459803" y="94932"/>
                  </a:lnTo>
                  <a:lnTo>
                    <a:pt x="513337" y="40120"/>
                  </a:lnTo>
                  <a:lnTo>
                    <a:pt x="520985" y="32289"/>
                  </a:lnTo>
                  <a:lnTo>
                    <a:pt x="556740" y="8072"/>
                  </a:lnTo>
                  <a:lnTo>
                    <a:pt x="597566" y="0"/>
                  </a:lnTo>
                  <a:lnTo>
                    <a:pt x="638393" y="8072"/>
                  </a:lnTo>
                  <a:lnTo>
                    <a:pt x="674147" y="32289"/>
                  </a:lnTo>
                  <a:lnTo>
                    <a:pt x="957115" y="322012"/>
                  </a:lnTo>
                  <a:lnTo>
                    <a:pt x="1102423" y="470789"/>
                  </a:lnTo>
                  <a:lnTo>
                    <a:pt x="1155957" y="525601"/>
                  </a:lnTo>
                  <a:lnTo>
                    <a:pt x="1163605" y="533431"/>
                  </a:lnTo>
                  <a:lnTo>
                    <a:pt x="1187251" y="570027"/>
                  </a:lnTo>
                  <a:lnTo>
                    <a:pt x="1195133" y="611790"/>
                  </a:lnTo>
                  <a:lnTo>
                    <a:pt x="1187251" y="653553"/>
                  </a:lnTo>
                  <a:lnTo>
                    <a:pt x="1163605" y="690149"/>
                  </a:lnTo>
                  <a:lnTo>
                    <a:pt x="674147" y="1191291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33544" y="3189731"/>
              <a:ext cx="736091" cy="53187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338573" y="1999310"/>
            <a:ext cx="1526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Interpreted</a:t>
            </a:r>
            <a:endParaRPr sz="1800">
              <a:latin typeface="Verdana"/>
              <a:cs typeface="Verdana"/>
            </a:endParaRPr>
          </a:p>
          <a:p>
            <a:pPr marL="13716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Language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80582" y="4233494"/>
            <a:ext cx="15919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Dynamically</a:t>
            </a:r>
            <a:endParaRPr sz="1800">
              <a:latin typeface="Verdana"/>
              <a:cs typeface="Verdana"/>
            </a:endParaRPr>
          </a:p>
          <a:p>
            <a:pPr marL="445134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Typed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309582" y="2236977"/>
            <a:ext cx="1252855" cy="1836420"/>
            <a:chOff x="6309582" y="2236977"/>
            <a:chExt cx="1252855" cy="183642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6792" y="2449068"/>
              <a:ext cx="1195578" cy="122605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35496" y="2243327"/>
              <a:ext cx="599440" cy="302260"/>
            </a:xfrm>
            <a:custGeom>
              <a:avLst/>
              <a:gdLst/>
              <a:ahLst/>
              <a:cxnLst/>
              <a:rect l="l" t="t" r="r" b="b"/>
              <a:pathLst>
                <a:path w="599440" h="302260">
                  <a:moveTo>
                    <a:pt x="0" y="301751"/>
                  </a:moveTo>
                  <a:lnTo>
                    <a:pt x="306831" y="0"/>
                  </a:lnTo>
                </a:path>
                <a:path w="599440" h="302260">
                  <a:moveTo>
                    <a:pt x="599439" y="301751"/>
                  </a:moveTo>
                  <a:lnTo>
                    <a:pt x="292607" y="0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6792" y="2817876"/>
              <a:ext cx="1196498" cy="12267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338157" y="2819495"/>
              <a:ext cx="1195705" cy="1225550"/>
            </a:xfrm>
            <a:custGeom>
              <a:avLst/>
              <a:gdLst/>
              <a:ahLst/>
              <a:cxnLst/>
              <a:rect l="l" t="t" r="r" b="b"/>
              <a:pathLst>
                <a:path w="1195704" h="1225550">
                  <a:moveTo>
                    <a:pt x="674147" y="1192815"/>
                  </a:moveTo>
                  <a:lnTo>
                    <a:pt x="638393" y="1217033"/>
                  </a:lnTo>
                  <a:lnTo>
                    <a:pt x="597566" y="1225105"/>
                  </a:lnTo>
                  <a:lnTo>
                    <a:pt x="556740" y="1217033"/>
                  </a:lnTo>
                  <a:lnTo>
                    <a:pt x="520985" y="1192815"/>
                  </a:lnTo>
                  <a:lnTo>
                    <a:pt x="238017" y="902725"/>
                  </a:lnTo>
                  <a:lnTo>
                    <a:pt x="92709" y="753760"/>
                  </a:lnTo>
                  <a:lnTo>
                    <a:pt x="39175" y="698879"/>
                  </a:lnTo>
                  <a:lnTo>
                    <a:pt x="31527" y="691038"/>
                  </a:lnTo>
                  <a:lnTo>
                    <a:pt x="7881" y="654403"/>
                  </a:lnTo>
                  <a:lnTo>
                    <a:pt x="0" y="612552"/>
                  </a:lnTo>
                  <a:lnTo>
                    <a:pt x="7881" y="570702"/>
                  </a:lnTo>
                  <a:lnTo>
                    <a:pt x="31527" y="534066"/>
                  </a:lnTo>
                  <a:lnTo>
                    <a:pt x="314495" y="243976"/>
                  </a:lnTo>
                  <a:lnTo>
                    <a:pt x="459803" y="95011"/>
                  </a:lnTo>
                  <a:lnTo>
                    <a:pt x="513337" y="40130"/>
                  </a:lnTo>
                  <a:lnTo>
                    <a:pt x="520985" y="32289"/>
                  </a:lnTo>
                  <a:lnTo>
                    <a:pt x="556740" y="8072"/>
                  </a:lnTo>
                  <a:lnTo>
                    <a:pt x="597566" y="0"/>
                  </a:lnTo>
                  <a:lnTo>
                    <a:pt x="638393" y="8072"/>
                  </a:lnTo>
                  <a:lnTo>
                    <a:pt x="674147" y="32289"/>
                  </a:lnTo>
                  <a:lnTo>
                    <a:pt x="957115" y="322379"/>
                  </a:lnTo>
                  <a:lnTo>
                    <a:pt x="1102423" y="471344"/>
                  </a:lnTo>
                  <a:lnTo>
                    <a:pt x="1155957" y="526226"/>
                  </a:lnTo>
                  <a:lnTo>
                    <a:pt x="1163605" y="534066"/>
                  </a:lnTo>
                  <a:lnTo>
                    <a:pt x="1187251" y="570702"/>
                  </a:lnTo>
                  <a:lnTo>
                    <a:pt x="1195133" y="612552"/>
                  </a:lnTo>
                  <a:lnTo>
                    <a:pt x="1187251" y="654403"/>
                  </a:lnTo>
                  <a:lnTo>
                    <a:pt x="1163605" y="691038"/>
                  </a:lnTo>
                  <a:lnTo>
                    <a:pt x="674147" y="1192815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35496" y="3154680"/>
              <a:ext cx="623316" cy="62484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8250173" y="1999310"/>
            <a:ext cx="18014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Vast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 Libraries</a:t>
            </a:r>
            <a:endParaRPr sz="180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Support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464518" y="2772632"/>
            <a:ext cx="1252855" cy="1839595"/>
            <a:chOff x="8464518" y="2772632"/>
            <a:chExt cx="1252855" cy="1839595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91727" y="3172968"/>
              <a:ext cx="1195577" cy="122453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788907" y="4303776"/>
              <a:ext cx="599440" cy="302260"/>
            </a:xfrm>
            <a:custGeom>
              <a:avLst/>
              <a:gdLst/>
              <a:ahLst/>
              <a:cxnLst/>
              <a:rect l="l" t="t" r="r" b="b"/>
              <a:pathLst>
                <a:path w="599440" h="302260">
                  <a:moveTo>
                    <a:pt x="0" y="0"/>
                  </a:moveTo>
                  <a:lnTo>
                    <a:pt x="306832" y="301751"/>
                  </a:lnTo>
                </a:path>
                <a:path w="599440" h="302260">
                  <a:moveTo>
                    <a:pt x="599440" y="0"/>
                  </a:moveTo>
                  <a:lnTo>
                    <a:pt x="292608" y="301751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91727" y="2799588"/>
              <a:ext cx="1196498" cy="122672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493093" y="2801207"/>
              <a:ext cx="1195705" cy="1225550"/>
            </a:xfrm>
            <a:custGeom>
              <a:avLst/>
              <a:gdLst/>
              <a:ahLst/>
              <a:cxnLst/>
              <a:rect l="l" t="t" r="r" b="b"/>
              <a:pathLst>
                <a:path w="1195704" h="1225550">
                  <a:moveTo>
                    <a:pt x="674147" y="1192815"/>
                  </a:moveTo>
                  <a:lnTo>
                    <a:pt x="638393" y="1217033"/>
                  </a:lnTo>
                  <a:lnTo>
                    <a:pt x="597566" y="1225105"/>
                  </a:lnTo>
                  <a:lnTo>
                    <a:pt x="556740" y="1217033"/>
                  </a:lnTo>
                  <a:lnTo>
                    <a:pt x="520985" y="1192815"/>
                  </a:lnTo>
                  <a:lnTo>
                    <a:pt x="238017" y="902725"/>
                  </a:lnTo>
                  <a:lnTo>
                    <a:pt x="92710" y="753760"/>
                  </a:lnTo>
                  <a:lnTo>
                    <a:pt x="39175" y="698879"/>
                  </a:lnTo>
                  <a:lnTo>
                    <a:pt x="31527" y="691038"/>
                  </a:lnTo>
                  <a:lnTo>
                    <a:pt x="7881" y="654403"/>
                  </a:lnTo>
                  <a:lnTo>
                    <a:pt x="0" y="612552"/>
                  </a:lnTo>
                  <a:lnTo>
                    <a:pt x="7881" y="570702"/>
                  </a:lnTo>
                  <a:lnTo>
                    <a:pt x="31527" y="534066"/>
                  </a:lnTo>
                  <a:lnTo>
                    <a:pt x="314495" y="243976"/>
                  </a:lnTo>
                  <a:lnTo>
                    <a:pt x="459803" y="95011"/>
                  </a:lnTo>
                  <a:lnTo>
                    <a:pt x="513337" y="40130"/>
                  </a:lnTo>
                  <a:lnTo>
                    <a:pt x="520985" y="32289"/>
                  </a:lnTo>
                  <a:lnTo>
                    <a:pt x="556740" y="8072"/>
                  </a:lnTo>
                  <a:lnTo>
                    <a:pt x="597566" y="0"/>
                  </a:lnTo>
                  <a:lnTo>
                    <a:pt x="638393" y="8072"/>
                  </a:lnTo>
                  <a:lnTo>
                    <a:pt x="674147" y="32289"/>
                  </a:lnTo>
                  <a:lnTo>
                    <a:pt x="957115" y="322379"/>
                  </a:lnTo>
                  <a:lnTo>
                    <a:pt x="1102423" y="471344"/>
                  </a:lnTo>
                  <a:lnTo>
                    <a:pt x="1155957" y="526226"/>
                  </a:lnTo>
                  <a:lnTo>
                    <a:pt x="1163605" y="534066"/>
                  </a:lnTo>
                  <a:lnTo>
                    <a:pt x="1187251" y="570702"/>
                  </a:lnTo>
                  <a:lnTo>
                    <a:pt x="1195133" y="612552"/>
                  </a:lnTo>
                  <a:lnTo>
                    <a:pt x="1187251" y="654403"/>
                  </a:lnTo>
                  <a:lnTo>
                    <a:pt x="1163605" y="691038"/>
                  </a:lnTo>
                  <a:lnTo>
                    <a:pt x="674147" y="1192815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996171" y="3357372"/>
              <a:ext cx="40005" cy="50800"/>
            </a:xfrm>
            <a:custGeom>
              <a:avLst/>
              <a:gdLst/>
              <a:ahLst/>
              <a:cxnLst/>
              <a:rect l="l" t="t" r="r" b="b"/>
              <a:pathLst>
                <a:path w="40004" h="50800">
                  <a:moveTo>
                    <a:pt x="35686" y="0"/>
                  </a:moveTo>
                  <a:lnTo>
                    <a:pt x="24764" y="0"/>
                  </a:lnTo>
                  <a:lnTo>
                    <a:pt x="23495" y="380"/>
                  </a:lnTo>
                  <a:lnTo>
                    <a:pt x="380" y="43306"/>
                  </a:lnTo>
                  <a:lnTo>
                    <a:pt x="0" y="44195"/>
                  </a:lnTo>
                  <a:lnTo>
                    <a:pt x="0" y="45974"/>
                  </a:lnTo>
                  <a:lnTo>
                    <a:pt x="3936" y="50291"/>
                  </a:lnTo>
                  <a:lnTo>
                    <a:pt x="6223" y="50291"/>
                  </a:lnTo>
                  <a:lnTo>
                    <a:pt x="8635" y="48894"/>
                  </a:lnTo>
                  <a:lnTo>
                    <a:pt x="9525" y="48005"/>
                  </a:lnTo>
                  <a:lnTo>
                    <a:pt x="28067" y="10032"/>
                  </a:lnTo>
                  <a:lnTo>
                    <a:pt x="35686" y="10032"/>
                  </a:lnTo>
                  <a:lnTo>
                    <a:pt x="39624" y="6350"/>
                  </a:lnTo>
                  <a:lnTo>
                    <a:pt x="39624" y="4063"/>
                  </a:lnTo>
                  <a:lnTo>
                    <a:pt x="39243" y="3301"/>
                  </a:lnTo>
                  <a:lnTo>
                    <a:pt x="38988" y="2286"/>
                  </a:lnTo>
                  <a:lnTo>
                    <a:pt x="37592" y="1015"/>
                  </a:lnTo>
                  <a:lnTo>
                    <a:pt x="36702" y="380"/>
                  </a:lnTo>
                  <a:lnTo>
                    <a:pt x="356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51391" y="3090672"/>
              <a:ext cx="571500" cy="585215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10378662" y="2220214"/>
            <a:ext cx="1252855" cy="1836420"/>
            <a:chOff x="10378662" y="2220214"/>
            <a:chExt cx="1252855" cy="183642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5872" y="2432304"/>
              <a:ext cx="1195577" cy="122605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0704576" y="2226564"/>
              <a:ext cx="599440" cy="302260"/>
            </a:xfrm>
            <a:custGeom>
              <a:avLst/>
              <a:gdLst/>
              <a:ahLst/>
              <a:cxnLst/>
              <a:rect l="l" t="t" r="r" b="b"/>
              <a:pathLst>
                <a:path w="599440" h="302260">
                  <a:moveTo>
                    <a:pt x="0" y="301751"/>
                  </a:moveTo>
                  <a:lnTo>
                    <a:pt x="306831" y="0"/>
                  </a:lnTo>
                </a:path>
                <a:path w="599440" h="302260">
                  <a:moveTo>
                    <a:pt x="599440" y="301751"/>
                  </a:moveTo>
                  <a:lnTo>
                    <a:pt x="292607" y="0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405872" y="2801112"/>
              <a:ext cx="1196498" cy="122672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07237" y="2802731"/>
              <a:ext cx="1195705" cy="1225550"/>
            </a:xfrm>
            <a:custGeom>
              <a:avLst/>
              <a:gdLst/>
              <a:ahLst/>
              <a:cxnLst/>
              <a:rect l="l" t="t" r="r" b="b"/>
              <a:pathLst>
                <a:path w="1195704" h="1225550">
                  <a:moveTo>
                    <a:pt x="674147" y="1192815"/>
                  </a:moveTo>
                  <a:lnTo>
                    <a:pt x="638393" y="1217033"/>
                  </a:lnTo>
                  <a:lnTo>
                    <a:pt x="597566" y="1225105"/>
                  </a:lnTo>
                  <a:lnTo>
                    <a:pt x="556740" y="1217033"/>
                  </a:lnTo>
                  <a:lnTo>
                    <a:pt x="520985" y="1192815"/>
                  </a:lnTo>
                  <a:lnTo>
                    <a:pt x="238017" y="902725"/>
                  </a:lnTo>
                  <a:lnTo>
                    <a:pt x="92710" y="753760"/>
                  </a:lnTo>
                  <a:lnTo>
                    <a:pt x="39175" y="698879"/>
                  </a:lnTo>
                  <a:lnTo>
                    <a:pt x="31527" y="691038"/>
                  </a:lnTo>
                  <a:lnTo>
                    <a:pt x="7881" y="654403"/>
                  </a:lnTo>
                  <a:lnTo>
                    <a:pt x="0" y="612552"/>
                  </a:lnTo>
                  <a:lnTo>
                    <a:pt x="7881" y="570702"/>
                  </a:lnTo>
                  <a:lnTo>
                    <a:pt x="31527" y="534066"/>
                  </a:lnTo>
                  <a:lnTo>
                    <a:pt x="314495" y="243976"/>
                  </a:lnTo>
                  <a:lnTo>
                    <a:pt x="459803" y="95011"/>
                  </a:lnTo>
                  <a:lnTo>
                    <a:pt x="513337" y="40130"/>
                  </a:lnTo>
                  <a:lnTo>
                    <a:pt x="520985" y="32289"/>
                  </a:lnTo>
                  <a:lnTo>
                    <a:pt x="556740" y="8072"/>
                  </a:lnTo>
                  <a:lnTo>
                    <a:pt x="597566" y="0"/>
                  </a:lnTo>
                  <a:lnTo>
                    <a:pt x="638393" y="8072"/>
                  </a:lnTo>
                  <a:lnTo>
                    <a:pt x="674147" y="32289"/>
                  </a:lnTo>
                  <a:lnTo>
                    <a:pt x="957115" y="322379"/>
                  </a:lnTo>
                  <a:lnTo>
                    <a:pt x="1102423" y="471344"/>
                  </a:lnTo>
                  <a:lnTo>
                    <a:pt x="1155957" y="526226"/>
                  </a:lnTo>
                  <a:lnTo>
                    <a:pt x="1163605" y="534066"/>
                  </a:lnTo>
                  <a:lnTo>
                    <a:pt x="1187251" y="570702"/>
                  </a:lnTo>
                  <a:lnTo>
                    <a:pt x="1195133" y="612552"/>
                  </a:lnTo>
                  <a:lnTo>
                    <a:pt x="1187251" y="654403"/>
                  </a:lnTo>
                  <a:lnTo>
                    <a:pt x="1163605" y="691038"/>
                  </a:lnTo>
                  <a:lnTo>
                    <a:pt x="674147" y="1192815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06100" y="3075432"/>
              <a:ext cx="582168" cy="650747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0434573" y="4232529"/>
            <a:ext cx="1144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Object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Oriented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Disadvantages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8798" y="2062988"/>
            <a:ext cx="1462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448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Speed Limitations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83282" y="3012820"/>
            <a:ext cx="1370965" cy="1993900"/>
            <a:chOff x="2383282" y="3012820"/>
            <a:chExt cx="1370965" cy="1993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0968" y="3444239"/>
              <a:ext cx="1312926" cy="13281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38628" y="4672583"/>
              <a:ext cx="659130" cy="327660"/>
            </a:xfrm>
            <a:custGeom>
              <a:avLst/>
              <a:gdLst/>
              <a:ahLst/>
              <a:cxnLst/>
              <a:rect l="l" t="t" r="r" b="b"/>
              <a:pathLst>
                <a:path w="659129" h="327660">
                  <a:moveTo>
                    <a:pt x="0" y="0"/>
                  </a:moveTo>
                  <a:lnTo>
                    <a:pt x="337185" y="327660"/>
                  </a:lnTo>
                </a:path>
                <a:path w="659129" h="327660">
                  <a:moveTo>
                    <a:pt x="658749" y="0"/>
                  </a:moveTo>
                  <a:lnTo>
                    <a:pt x="321564" y="327660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0968" y="3040379"/>
              <a:ext cx="1314323" cy="13294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1857" y="3041395"/>
              <a:ext cx="1313815" cy="1328420"/>
            </a:xfrm>
            <a:custGeom>
              <a:avLst/>
              <a:gdLst/>
              <a:ahLst/>
              <a:cxnLst/>
              <a:rect l="l" t="t" r="r" b="b"/>
              <a:pathLst>
                <a:path w="1313814" h="1328420">
                  <a:moveTo>
                    <a:pt x="740918" y="1293367"/>
                  </a:moveTo>
                  <a:lnTo>
                    <a:pt x="701603" y="1319656"/>
                  </a:lnTo>
                  <a:lnTo>
                    <a:pt x="656717" y="1328419"/>
                  </a:lnTo>
                  <a:lnTo>
                    <a:pt x="611830" y="1319656"/>
                  </a:lnTo>
                  <a:lnTo>
                    <a:pt x="572516" y="1293367"/>
                  </a:lnTo>
                  <a:lnTo>
                    <a:pt x="261574" y="978828"/>
                  </a:lnTo>
                  <a:lnTo>
                    <a:pt x="101901" y="817308"/>
                  </a:lnTo>
                  <a:lnTo>
                    <a:pt x="43074" y="757801"/>
                  </a:lnTo>
                  <a:lnTo>
                    <a:pt x="34670" y="749299"/>
                  </a:lnTo>
                  <a:lnTo>
                    <a:pt x="8667" y="709564"/>
                  </a:lnTo>
                  <a:lnTo>
                    <a:pt x="0" y="664209"/>
                  </a:lnTo>
                  <a:lnTo>
                    <a:pt x="8667" y="618855"/>
                  </a:lnTo>
                  <a:lnTo>
                    <a:pt x="34670" y="579119"/>
                  </a:lnTo>
                  <a:lnTo>
                    <a:pt x="345612" y="264580"/>
                  </a:lnTo>
                  <a:lnTo>
                    <a:pt x="505285" y="103060"/>
                  </a:lnTo>
                  <a:lnTo>
                    <a:pt x="564112" y="43553"/>
                  </a:lnTo>
                  <a:lnTo>
                    <a:pt x="572516" y="35051"/>
                  </a:lnTo>
                  <a:lnTo>
                    <a:pt x="611830" y="8762"/>
                  </a:lnTo>
                  <a:lnTo>
                    <a:pt x="656717" y="0"/>
                  </a:lnTo>
                  <a:lnTo>
                    <a:pt x="701603" y="8762"/>
                  </a:lnTo>
                  <a:lnTo>
                    <a:pt x="740918" y="35051"/>
                  </a:lnTo>
                  <a:lnTo>
                    <a:pt x="1051859" y="349591"/>
                  </a:lnTo>
                  <a:lnTo>
                    <a:pt x="1211532" y="511111"/>
                  </a:lnTo>
                  <a:lnTo>
                    <a:pt x="1270359" y="570618"/>
                  </a:lnTo>
                  <a:lnTo>
                    <a:pt x="1278763" y="579119"/>
                  </a:lnTo>
                  <a:lnTo>
                    <a:pt x="1304766" y="618855"/>
                  </a:lnTo>
                  <a:lnTo>
                    <a:pt x="1313434" y="664209"/>
                  </a:lnTo>
                  <a:lnTo>
                    <a:pt x="1304766" y="709564"/>
                  </a:lnTo>
                  <a:lnTo>
                    <a:pt x="1278763" y="749299"/>
                  </a:lnTo>
                  <a:lnTo>
                    <a:pt x="740918" y="1293367"/>
                  </a:lnTo>
                  <a:close/>
                </a:path>
              </a:pathLst>
            </a:custGeom>
            <a:ln w="571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9276" y="3233927"/>
              <a:ext cx="947927" cy="9479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355084" y="4658105"/>
            <a:ext cx="14185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Weak</a:t>
            </a:r>
            <a:r>
              <a:rPr sz="1800" b="1" spc="-6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767070"/>
                </a:solidFill>
                <a:latin typeface="Verdana"/>
                <a:cs typeface="Verdana"/>
              </a:rPr>
              <a:t>in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Mobile Computing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67529" y="2422905"/>
            <a:ext cx="1370965" cy="1990725"/>
            <a:chOff x="4367529" y="2422905"/>
            <a:chExt cx="1370965" cy="19907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5215" y="2654807"/>
              <a:ext cx="1312926" cy="13281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21351" y="2429255"/>
              <a:ext cx="659130" cy="327660"/>
            </a:xfrm>
            <a:custGeom>
              <a:avLst/>
              <a:gdLst/>
              <a:ahLst/>
              <a:cxnLst/>
              <a:rect l="l" t="t" r="r" b="b"/>
              <a:pathLst>
                <a:path w="659129" h="327660">
                  <a:moveTo>
                    <a:pt x="0" y="327660"/>
                  </a:moveTo>
                  <a:lnTo>
                    <a:pt x="337185" y="0"/>
                  </a:lnTo>
                </a:path>
                <a:path w="659129" h="327660">
                  <a:moveTo>
                    <a:pt x="658749" y="327660"/>
                  </a:moveTo>
                  <a:lnTo>
                    <a:pt x="321563" y="0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5215" y="3054095"/>
              <a:ext cx="1314323" cy="13309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96104" y="3055111"/>
              <a:ext cx="1313815" cy="1330325"/>
            </a:xfrm>
            <a:custGeom>
              <a:avLst/>
              <a:gdLst/>
              <a:ahLst/>
              <a:cxnLst/>
              <a:rect l="l" t="t" r="r" b="b"/>
              <a:pathLst>
                <a:path w="1313814" h="1330325">
                  <a:moveTo>
                    <a:pt x="740918" y="1294892"/>
                  </a:moveTo>
                  <a:lnTo>
                    <a:pt x="701603" y="1321181"/>
                  </a:lnTo>
                  <a:lnTo>
                    <a:pt x="656717" y="1329944"/>
                  </a:lnTo>
                  <a:lnTo>
                    <a:pt x="611830" y="1321181"/>
                  </a:lnTo>
                  <a:lnTo>
                    <a:pt x="572516" y="1294892"/>
                  </a:lnTo>
                  <a:lnTo>
                    <a:pt x="261574" y="979985"/>
                  </a:lnTo>
                  <a:lnTo>
                    <a:pt x="101901" y="818276"/>
                  </a:lnTo>
                  <a:lnTo>
                    <a:pt x="43074" y="758699"/>
                  </a:lnTo>
                  <a:lnTo>
                    <a:pt x="34671" y="750188"/>
                  </a:lnTo>
                  <a:lnTo>
                    <a:pt x="8667" y="710414"/>
                  </a:lnTo>
                  <a:lnTo>
                    <a:pt x="0" y="664971"/>
                  </a:lnTo>
                  <a:lnTo>
                    <a:pt x="8667" y="619529"/>
                  </a:lnTo>
                  <a:lnTo>
                    <a:pt x="34671" y="579755"/>
                  </a:lnTo>
                  <a:lnTo>
                    <a:pt x="345612" y="264848"/>
                  </a:lnTo>
                  <a:lnTo>
                    <a:pt x="505285" y="103139"/>
                  </a:lnTo>
                  <a:lnTo>
                    <a:pt x="564112" y="43562"/>
                  </a:lnTo>
                  <a:lnTo>
                    <a:pt x="572516" y="35051"/>
                  </a:lnTo>
                  <a:lnTo>
                    <a:pt x="611830" y="8762"/>
                  </a:lnTo>
                  <a:lnTo>
                    <a:pt x="656717" y="0"/>
                  </a:lnTo>
                  <a:lnTo>
                    <a:pt x="701603" y="8762"/>
                  </a:lnTo>
                  <a:lnTo>
                    <a:pt x="740918" y="35051"/>
                  </a:lnTo>
                  <a:lnTo>
                    <a:pt x="1051859" y="349958"/>
                  </a:lnTo>
                  <a:lnTo>
                    <a:pt x="1211532" y="511667"/>
                  </a:lnTo>
                  <a:lnTo>
                    <a:pt x="1270359" y="571244"/>
                  </a:lnTo>
                  <a:lnTo>
                    <a:pt x="1278763" y="579755"/>
                  </a:lnTo>
                  <a:lnTo>
                    <a:pt x="1304766" y="619529"/>
                  </a:lnTo>
                  <a:lnTo>
                    <a:pt x="1313434" y="664971"/>
                  </a:lnTo>
                  <a:lnTo>
                    <a:pt x="1304766" y="710414"/>
                  </a:lnTo>
                  <a:lnTo>
                    <a:pt x="1278763" y="750188"/>
                  </a:lnTo>
                  <a:lnTo>
                    <a:pt x="740918" y="1294892"/>
                  </a:lnTo>
                  <a:close/>
                </a:path>
              </a:pathLst>
            </a:custGeom>
            <a:ln w="571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03419" y="3319272"/>
              <a:ext cx="1110996" cy="86258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6376161" y="3015869"/>
            <a:ext cx="1370965" cy="1993900"/>
            <a:chOff x="6376161" y="3015869"/>
            <a:chExt cx="1370965" cy="199390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3847" y="3447288"/>
              <a:ext cx="1312926" cy="132968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729983" y="4675632"/>
              <a:ext cx="659130" cy="327660"/>
            </a:xfrm>
            <a:custGeom>
              <a:avLst/>
              <a:gdLst/>
              <a:ahLst/>
              <a:cxnLst/>
              <a:rect l="l" t="t" r="r" b="b"/>
              <a:pathLst>
                <a:path w="659129" h="327660">
                  <a:moveTo>
                    <a:pt x="0" y="0"/>
                  </a:moveTo>
                  <a:lnTo>
                    <a:pt x="337185" y="327660"/>
                  </a:lnTo>
                </a:path>
                <a:path w="659129" h="327660">
                  <a:moveTo>
                    <a:pt x="658749" y="0"/>
                  </a:moveTo>
                  <a:lnTo>
                    <a:pt x="321564" y="327660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3847" y="3043428"/>
              <a:ext cx="1314323" cy="133096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04736" y="3044444"/>
              <a:ext cx="1313815" cy="1330325"/>
            </a:xfrm>
            <a:custGeom>
              <a:avLst/>
              <a:gdLst/>
              <a:ahLst/>
              <a:cxnLst/>
              <a:rect l="l" t="t" r="r" b="b"/>
              <a:pathLst>
                <a:path w="1313815" h="1330325">
                  <a:moveTo>
                    <a:pt x="740917" y="1294891"/>
                  </a:moveTo>
                  <a:lnTo>
                    <a:pt x="701603" y="1321180"/>
                  </a:lnTo>
                  <a:lnTo>
                    <a:pt x="656716" y="1329943"/>
                  </a:lnTo>
                  <a:lnTo>
                    <a:pt x="611830" y="1321180"/>
                  </a:lnTo>
                  <a:lnTo>
                    <a:pt x="572515" y="1294891"/>
                  </a:lnTo>
                  <a:lnTo>
                    <a:pt x="261574" y="979985"/>
                  </a:lnTo>
                  <a:lnTo>
                    <a:pt x="101901" y="818276"/>
                  </a:lnTo>
                  <a:lnTo>
                    <a:pt x="43074" y="758699"/>
                  </a:lnTo>
                  <a:lnTo>
                    <a:pt x="34671" y="750188"/>
                  </a:lnTo>
                  <a:lnTo>
                    <a:pt x="8667" y="710414"/>
                  </a:lnTo>
                  <a:lnTo>
                    <a:pt x="0" y="664971"/>
                  </a:lnTo>
                  <a:lnTo>
                    <a:pt x="8667" y="619529"/>
                  </a:lnTo>
                  <a:lnTo>
                    <a:pt x="34671" y="579754"/>
                  </a:lnTo>
                  <a:lnTo>
                    <a:pt x="345612" y="264848"/>
                  </a:lnTo>
                  <a:lnTo>
                    <a:pt x="505285" y="103139"/>
                  </a:lnTo>
                  <a:lnTo>
                    <a:pt x="564112" y="43562"/>
                  </a:lnTo>
                  <a:lnTo>
                    <a:pt x="572515" y="35051"/>
                  </a:lnTo>
                  <a:lnTo>
                    <a:pt x="611830" y="8762"/>
                  </a:lnTo>
                  <a:lnTo>
                    <a:pt x="656716" y="0"/>
                  </a:lnTo>
                  <a:lnTo>
                    <a:pt x="701603" y="8762"/>
                  </a:lnTo>
                  <a:lnTo>
                    <a:pt x="740917" y="35051"/>
                  </a:lnTo>
                  <a:lnTo>
                    <a:pt x="1051859" y="349958"/>
                  </a:lnTo>
                  <a:lnTo>
                    <a:pt x="1211532" y="511667"/>
                  </a:lnTo>
                  <a:lnTo>
                    <a:pt x="1270359" y="571244"/>
                  </a:lnTo>
                  <a:lnTo>
                    <a:pt x="1304766" y="619529"/>
                  </a:lnTo>
                  <a:lnTo>
                    <a:pt x="1313434" y="664971"/>
                  </a:lnTo>
                  <a:lnTo>
                    <a:pt x="1304766" y="710414"/>
                  </a:lnTo>
                  <a:lnTo>
                    <a:pt x="1278763" y="750188"/>
                  </a:lnTo>
                  <a:lnTo>
                    <a:pt x="740917" y="1294891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72071" y="3354324"/>
              <a:ext cx="758951" cy="6812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8083" y="3467100"/>
              <a:ext cx="547116" cy="54711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362827" y="2041905"/>
            <a:ext cx="1559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766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Design Restrictions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65134" y="4704333"/>
            <a:ext cx="2120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-43624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Underdeveloped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DB</a:t>
            </a:r>
            <a:r>
              <a:rPr sz="1800" b="1" spc="-3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layers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419845" y="2403094"/>
            <a:ext cx="1370965" cy="1990725"/>
            <a:chOff x="8419845" y="2403094"/>
            <a:chExt cx="1370965" cy="199072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47531" y="2633472"/>
              <a:ext cx="1312926" cy="132968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773667" y="2409444"/>
              <a:ext cx="659130" cy="327660"/>
            </a:xfrm>
            <a:custGeom>
              <a:avLst/>
              <a:gdLst/>
              <a:ahLst/>
              <a:cxnLst/>
              <a:rect l="l" t="t" r="r" b="b"/>
              <a:pathLst>
                <a:path w="659129" h="327660">
                  <a:moveTo>
                    <a:pt x="0" y="327659"/>
                  </a:moveTo>
                  <a:lnTo>
                    <a:pt x="337184" y="0"/>
                  </a:lnTo>
                </a:path>
                <a:path w="659129" h="327660">
                  <a:moveTo>
                    <a:pt x="658749" y="327659"/>
                  </a:moveTo>
                  <a:lnTo>
                    <a:pt x="321563" y="0"/>
                  </a:lnTo>
                </a:path>
              </a:pathLst>
            </a:custGeom>
            <a:ln w="127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47531" y="3034284"/>
              <a:ext cx="1314323" cy="133095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448420" y="3035300"/>
              <a:ext cx="1313815" cy="1330325"/>
            </a:xfrm>
            <a:custGeom>
              <a:avLst/>
              <a:gdLst/>
              <a:ahLst/>
              <a:cxnLst/>
              <a:rect l="l" t="t" r="r" b="b"/>
              <a:pathLst>
                <a:path w="1313815" h="1330325">
                  <a:moveTo>
                    <a:pt x="740918" y="1294892"/>
                  </a:moveTo>
                  <a:lnTo>
                    <a:pt x="701603" y="1321181"/>
                  </a:lnTo>
                  <a:lnTo>
                    <a:pt x="656717" y="1329944"/>
                  </a:lnTo>
                  <a:lnTo>
                    <a:pt x="611830" y="1321181"/>
                  </a:lnTo>
                  <a:lnTo>
                    <a:pt x="572515" y="1294892"/>
                  </a:lnTo>
                  <a:lnTo>
                    <a:pt x="261574" y="979985"/>
                  </a:lnTo>
                  <a:lnTo>
                    <a:pt x="101901" y="818276"/>
                  </a:lnTo>
                  <a:lnTo>
                    <a:pt x="43074" y="758699"/>
                  </a:lnTo>
                  <a:lnTo>
                    <a:pt x="34671" y="750188"/>
                  </a:lnTo>
                  <a:lnTo>
                    <a:pt x="8667" y="710414"/>
                  </a:lnTo>
                  <a:lnTo>
                    <a:pt x="0" y="664971"/>
                  </a:lnTo>
                  <a:lnTo>
                    <a:pt x="8667" y="619529"/>
                  </a:lnTo>
                  <a:lnTo>
                    <a:pt x="34671" y="579755"/>
                  </a:lnTo>
                  <a:lnTo>
                    <a:pt x="345612" y="264848"/>
                  </a:lnTo>
                  <a:lnTo>
                    <a:pt x="505285" y="103139"/>
                  </a:lnTo>
                  <a:lnTo>
                    <a:pt x="564112" y="43562"/>
                  </a:lnTo>
                  <a:lnTo>
                    <a:pt x="572515" y="35051"/>
                  </a:lnTo>
                  <a:lnTo>
                    <a:pt x="611830" y="8762"/>
                  </a:lnTo>
                  <a:lnTo>
                    <a:pt x="656716" y="0"/>
                  </a:lnTo>
                  <a:lnTo>
                    <a:pt x="701603" y="8762"/>
                  </a:lnTo>
                  <a:lnTo>
                    <a:pt x="740918" y="35051"/>
                  </a:lnTo>
                  <a:lnTo>
                    <a:pt x="1051859" y="349958"/>
                  </a:lnTo>
                  <a:lnTo>
                    <a:pt x="1211532" y="511667"/>
                  </a:lnTo>
                  <a:lnTo>
                    <a:pt x="1270359" y="571244"/>
                  </a:lnTo>
                  <a:lnTo>
                    <a:pt x="1278762" y="579755"/>
                  </a:lnTo>
                  <a:lnTo>
                    <a:pt x="1304766" y="619529"/>
                  </a:lnTo>
                  <a:lnTo>
                    <a:pt x="1313433" y="664972"/>
                  </a:lnTo>
                  <a:lnTo>
                    <a:pt x="1304766" y="710414"/>
                  </a:lnTo>
                  <a:lnTo>
                    <a:pt x="1278762" y="750188"/>
                  </a:lnTo>
                  <a:lnTo>
                    <a:pt x="740918" y="1294892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81287" y="3354324"/>
              <a:ext cx="659892" cy="65989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13760">
              <a:lnSpc>
                <a:spcPct val="100000"/>
              </a:lnSpc>
              <a:spcBef>
                <a:spcPts val="105"/>
              </a:spcBef>
            </a:pPr>
            <a:r>
              <a:rPr dirty="0"/>
              <a:t>Web</a:t>
            </a:r>
            <a:r>
              <a:rPr spc="-10" dirty="0"/>
              <a:t> Frameworks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1216" y="3415106"/>
            <a:ext cx="18497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CherryPy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8830" y="1375917"/>
            <a:ext cx="1065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Flask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74815" y="716280"/>
            <a:ext cx="1823085" cy="1876425"/>
            <a:chOff x="1674815" y="716280"/>
            <a:chExt cx="1823085" cy="18764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4815" y="719313"/>
              <a:ext cx="1822794" cy="187301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09928" y="716280"/>
              <a:ext cx="1748155" cy="1798320"/>
            </a:xfrm>
            <a:custGeom>
              <a:avLst/>
              <a:gdLst/>
              <a:ahLst/>
              <a:cxnLst/>
              <a:rect l="l" t="t" r="r" b="b"/>
              <a:pathLst>
                <a:path w="1748154" h="1798320">
                  <a:moveTo>
                    <a:pt x="874014" y="0"/>
                  </a:moveTo>
                  <a:lnTo>
                    <a:pt x="826057" y="1330"/>
                  </a:lnTo>
                  <a:lnTo>
                    <a:pt x="778776" y="5276"/>
                  </a:lnTo>
                  <a:lnTo>
                    <a:pt x="732238" y="11769"/>
                  </a:lnTo>
                  <a:lnTo>
                    <a:pt x="686510" y="20739"/>
                  </a:lnTo>
                  <a:lnTo>
                    <a:pt x="641658" y="32120"/>
                  </a:lnTo>
                  <a:lnTo>
                    <a:pt x="597749" y="45841"/>
                  </a:lnTo>
                  <a:lnTo>
                    <a:pt x="554849" y="61835"/>
                  </a:lnTo>
                  <a:lnTo>
                    <a:pt x="513025" y="80033"/>
                  </a:lnTo>
                  <a:lnTo>
                    <a:pt x="472344" y="100366"/>
                  </a:lnTo>
                  <a:lnTo>
                    <a:pt x="432872" y="122766"/>
                  </a:lnTo>
                  <a:lnTo>
                    <a:pt x="394676" y="147164"/>
                  </a:lnTo>
                  <a:lnTo>
                    <a:pt x="357823" y="173492"/>
                  </a:lnTo>
                  <a:lnTo>
                    <a:pt x="322378" y="201680"/>
                  </a:lnTo>
                  <a:lnTo>
                    <a:pt x="288410" y="231661"/>
                  </a:lnTo>
                  <a:lnTo>
                    <a:pt x="255984" y="263366"/>
                  </a:lnTo>
                  <a:lnTo>
                    <a:pt x="225167" y="296726"/>
                  </a:lnTo>
                  <a:lnTo>
                    <a:pt x="196026" y="331672"/>
                  </a:lnTo>
                  <a:lnTo>
                    <a:pt x="168627" y="368137"/>
                  </a:lnTo>
                  <a:lnTo>
                    <a:pt x="143037" y="406051"/>
                  </a:lnTo>
                  <a:lnTo>
                    <a:pt x="119323" y="445346"/>
                  </a:lnTo>
                  <a:lnTo>
                    <a:pt x="97551" y="485954"/>
                  </a:lnTo>
                  <a:lnTo>
                    <a:pt x="77788" y="527805"/>
                  </a:lnTo>
                  <a:lnTo>
                    <a:pt x="60101" y="570831"/>
                  </a:lnTo>
                  <a:lnTo>
                    <a:pt x="44555" y="614964"/>
                  </a:lnTo>
                  <a:lnTo>
                    <a:pt x="31219" y="660135"/>
                  </a:lnTo>
                  <a:lnTo>
                    <a:pt x="20157" y="706275"/>
                  </a:lnTo>
                  <a:lnTo>
                    <a:pt x="11438" y="753317"/>
                  </a:lnTo>
                  <a:lnTo>
                    <a:pt x="5128" y="801190"/>
                  </a:lnTo>
                  <a:lnTo>
                    <a:pt x="1293" y="849827"/>
                  </a:lnTo>
                  <a:lnTo>
                    <a:pt x="0" y="899160"/>
                  </a:lnTo>
                  <a:lnTo>
                    <a:pt x="1293" y="948492"/>
                  </a:lnTo>
                  <a:lnTo>
                    <a:pt x="5128" y="997129"/>
                  </a:lnTo>
                  <a:lnTo>
                    <a:pt x="11438" y="1045002"/>
                  </a:lnTo>
                  <a:lnTo>
                    <a:pt x="20157" y="1092044"/>
                  </a:lnTo>
                  <a:lnTo>
                    <a:pt x="31219" y="1138184"/>
                  </a:lnTo>
                  <a:lnTo>
                    <a:pt x="44555" y="1183355"/>
                  </a:lnTo>
                  <a:lnTo>
                    <a:pt x="60101" y="1227488"/>
                  </a:lnTo>
                  <a:lnTo>
                    <a:pt x="77788" y="1270514"/>
                  </a:lnTo>
                  <a:lnTo>
                    <a:pt x="97551" y="1312365"/>
                  </a:lnTo>
                  <a:lnTo>
                    <a:pt x="119323" y="1352973"/>
                  </a:lnTo>
                  <a:lnTo>
                    <a:pt x="143037" y="1392268"/>
                  </a:lnTo>
                  <a:lnTo>
                    <a:pt x="168627" y="1430182"/>
                  </a:lnTo>
                  <a:lnTo>
                    <a:pt x="196026" y="1466647"/>
                  </a:lnTo>
                  <a:lnTo>
                    <a:pt x="225167" y="1501593"/>
                  </a:lnTo>
                  <a:lnTo>
                    <a:pt x="255984" y="1534953"/>
                  </a:lnTo>
                  <a:lnTo>
                    <a:pt x="288410" y="1566658"/>
                  </a:lnTo>
                  <a:lnTo>
                    <a:pt x="322378" y="1596639"/>
                  </a:lnTo>
                  <a:lnTo>
                    <a:pt x="357823" y="1624827"/>
                  </a:lnTo>
                  <a:lnTo>
                    <a:pt x="394676" y="1651155"/>
                  </a:lnTo>
                  <a:lnTo>
                    <a:pt x="432872" y="1675553"/>
                  </a:lnTo>
                  <a:lnTo>
                    <a:pt x="472344" y="1697953"/>
                  </a:lnTo>
                  <a:lnTo>
                    <a:pt x="513025" y="1718286"/>
                  </a:lnTo>
                  <a:lnTo>
                    <a:pt x="554849" y="1736484"/>
                  </a:lnTo>
                  <a:lnTo>
                    <a:pt x="597749" y="1752478"/>
                  </a:lnTo>
                  <a:lnTo>
                    <a:pt x="641658" y="1766199"/>
                  </a:lnTo>
                  <a:lnTo>
                    <a:pt x="686510" y="1777580"/>
                  </a:lnTo>
                  <a:lnTo>
                    <a:pt x="732238" y="1786550"/>
                  </a:lnTo>
                  <a:lnTo>
                    <a:pt x="778776" y="1793043"/>
                  </a:lnTo>
                  <a:lnTo>
                    <a:pt x="826057" y="1796989"/>
                  </a:lnTo>
                  <a:lnTo>
                    <a:pt x="874014" y="1798320"/>
                  </a:lnTo>
                  <a:lnTo>
                    <a:pt x="921970" y="1796989"/>
                  </a:lnTo>
                  <a:lnTo>
                    <a:pt x="969251" y="1793043"/>
                  </a:lnTo>
                  <a:lnTo>
                    <a:pt x="1015789" y="1786550"/>
                  </a:lnTo>
                  <a:lnTo>
                    <a:pt x="1061517" y="1777580"/>
                  </a:lnTo>
                  <a:lnTo>
                    <a:pt x="1106369" y="1766199"/>
                  </a:lnTo>
                  <a:lnTo>
                    <a:pt x="1150278" y="1752478"/>
                  </a:lnTo>
                  <a:lnTo>
                    <a:pt x="1193178" y="1736484"/>
                  </a:lnTo>
                  <a:lnTo>
                    <a:pt x="1235002" y="1718286"/>
                  </a:lnTo>
                  <a:lnTo>
                    <a:pt x="1275683" y="1697953"/>
                  </a:lnTo>
                  <a:lnTo>
                    <a:pt x="1315155" y="1675553"/>
                  </a:lnTo>
                  <a:lnTo>
                    <a:pt x="1353351" y="1651155"/>
                  </a:lnTo>
                  <a:lnTo>
                    <a:pt x="1390204" y="1624827"/>
                  </a:lnTo>
                  <a:lnTo>
                    <a:pt x="1425649" y="1596639"/>
                  </a:lnTo>
                  <a:lnTo>
                    <a:pt x="1459617" y="1566658"/>
                  </a:lnTo>
                  <a:lnTo>
                    <a:pt x="1492043" y="1534953"/>
                  </a:lnTo>
                  <a:lnTo>
                    <a:pt x="1522860" y="1501593"/>
                  </a:lnTo>
                  <a:lnTo>
                    <a:pt x="1552001" y="1466647"/>
                  </a:lnTo>
                  <a:lnTo>
                    <a:pt x="1579400" y="1430182"/>
                  </a:lnTo>
                  <a:lnTo>
                    <a:pt x="1604990" y="1392268"/>
                  </a:lnTo>
                  <a:lnTo>
                    <a:pt x="1628704" y="1352973"/>
                  </a:lnTo>
                  <a:lnTo>
                    <a:pt x="1650476" y="1312365"/>
                  </a:lnTo>
                  <a:lnTo>
                    <a:pt x="1670239" y="1270514"/>
                  </a:lnTo>
                  <a:lnTo>
                    <a:pt x="1687926" y="1227488"/>
                  </a:lnTo>
                  <a:lnTo>
                    <a:pt x="1703472" y="1183355"/>
                  </a:lnTo>
                  <a:lnTo>
                    <a:pt x="1716808" y="1138184"/>
                  </a:lnTo>
                  <a:lnTo>
                    <a:pt x="1727870" y="1092044"/>
                  </a:lnTo>
                  <a:lnTo>
                    <a:pt x="1736589" y="1045002"/>
                  </a:lnTo>
                  <a:lnTo>
                    <a:pt x="1742899" y="997129"/>
                  </a:lnTo>
                  <a:lnTo>
                    <a:pt x="1746734" y="948492"/>
                  </a:lnTo>
                  <a:lnTo>
                    <a:pt x="1748027" y="899160"/>
                  </a:lnTo>
                  <a:lnTo>
                    <a:pt x="1746734" y="849827"/>
                  </a:lnTo>
                  <a:lnTo>
                    <a:pt x="1742899" y="801190"/>
                  </a:lnTo>
                  <a:lnTo>
                    <a:pt x="1736589" y="753317"/>
                  </a:lnTo>
                  <a:lnTo>
                    <a:pt x="1727870" y="706275"/>
                  </a:lnTo>
                  <a:lnTo>
                    <a:pt x="1716808" y="660135"/>
                  </a:lnTo>
                  <a:lnTo>
                    <a:pt x="1703472" y="614964"/>
                  </a:lnTo>
                  <a:lnTo>
                    <a:pt x="1687926" y="570831"/>
                  </a:lnTo>
                  <a:lnTo>
                    <a:pt x="1670239" y="527805"/>
                  </a:lnTo>
                  <a:lnTo>
                    <a:pt x="1650476" y="485954"/>
                  </a:lnTo>
                  <a:lnTo>
                    <a:pt x="1628704" y="445346"/>
                  </a:lnTo>
                  <a:lnTo>
                    <a:pt x="1604990" y="406051"/>
                  </a:lnTo>
                  <a:lnTo>
                    <a:pt x="1579400" y="368137"/>
                  </a:lnTo>
                  <a:lnTo>
                    <a:pt x="1552001" y="331672"/>
                  </a:lnTo>
                  <a:lnTo>
                    <a:pt x="1522860" y="296726"/>
                  </a:lnTo>
                  <a:lnTo>
                    <a:pt x="1492043" y="263366"/>
                  </a:lnTo>
                  <a:lnTo>
                    <a:pt x="1459617" y="231661"/>
                  </a:lnTo>
                  <a:lnTo>
                    <a:pt x="1425649" y="201680"/>
                  </a:lnTo>
                  <a:lnTo>
                    <a:pt x="1390204" y="173492"/>
                  </a:lnTo>
                  <a:lnTo>
                    <a:pt x="1353351" y="147164"/>
                  </a:lnTo>
                  <a:lnTo>
                    <a:pt x="1315155" y="122766"/>
                  </a:lnTo>
                  <a:lnTo>
                    <a:pt x="1275683" y="100366"/>
                  </a:lnTo>
                  <a:lnTo>
                    <a:pt x="1235002" y="80033"/>
                  </a:lnTo>
                  <a:lnTo>
                    <a:pt x="1193178" y="61835"/>
                  </a:lnTo>
                  <a:lnTo>
                    <a:pt x="1150278" y="45841"/>
                  </a:lnTo>
                  <a:lnTo>
                    <a:pt x="1106369" y="32120"/>
                  </a:lnTo>
                  <a:lnTo>
                    <a:pt x="1061517" y="20739"/>
                  </a:lnTo>
                  <a:lnTo>
                    <a:pt x="1015789" y="11769"/>
                  </a:lnTo>
                  <a:lnTo>
                    <a:pt x="969251" y="5276"/>
                  </a:lnTo>
                  <a:lnTo>
                    <a:pt x="921970" y="1330"/>
                  </a:lnTo>
                  <a:lnTo>
                    <a:pt x="874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5752" y="879348"/>
              <a:ext cx="1508760" cy="15438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79092" y="894588"/>
              <a:ext cx="1407160" cy="1442085"/>
            </a:xfrm>
            <a:custGeom>
              <a:avLst/>
              <a:gdLst/>
              <a:ahLst/>
              <a:cxnLst/>
              <a:rect l="l" t="t" r="r" b="b"/>
              <a:pathLst>
                <a:path w="1407160" h="1442085">
                  <a:moveTo>
                    <a:pt x="703326" y="0"/>
                  </a:moveTo>
                  <a:lnTo>
                    <a:pt x="655165" y="1662"/>
                  </a:lnTo>
                  <a:lnTo>
                    <a:pt x="607876" y="6579"/>
                  </a:lnTo>
                  <a:lnTo>
                    <a:pt x="561564" y="14643"/>
                  </a:lnTo>
                  <a:lnTo>
                    <a:pt x="516334" y="25747"/>
                  </a:lnTo>
                  <a:lnTo>
                    <a:pt x="472289" y="39783"/>
                  </a:lnTo>
                  <a:lnTo>
                    <a:pt x="429535" y="56643"/>
                  </a:lnTo>
                  <a:lnTo>
                    <a:pt x="388177" y="76222"/>
                  </a:lnTo>
                  <a:lnTo>
                    <a:pt x="348318" y="98410"/>
                  </a:lnTo>
                  <a:lnTo>
                    <a:pt x="310064" y="123102"/>
                  </a:lnTo>
                  <a:lnTo>
                    <a:pt x="273520" y="150189"/>
                  </a:lnTo>
                  <a:lnTo>
                    <a:pt x="238789" y="179565"/>
                  </a:lnTo>
                  <a:lnTo>
                    <a:pt x="205978" y="211121"/>
                  </a:lnTo>
                  <a:lnTo>
                    <a:pt x="175189" y="244751"/>
                  </a:lnTo>
                  <a:lnTo>
                    <a:pt x="146529" y="280348"/>
                  </a:lnTo>
                  <a:lnTo>
                    <a:pt x="120102" y="317803"/>
                  </a:lnTo>
                  <a:lnTo>
                    <a:pt x="96012" y="357011"/>
                  </a:lnTo>
                  <a:lnTo>
                    <a:pt x="74364" y="397862"/>
                  </a:lnTo>
                  <a:lnTo>
                    <a:pt x="55262" y="440251"/>
                  </a:lnTo>
                  <a:lnTo>
                    <a:pt x="38813" y="484069"/>
                  </a:lnTo>
                  <a:lnTo>
                    <a:pt x="25119" y="529210"/>
                  </a:lnTo>
                  <a:lnTo>
                    <a:pt x="14286" y="575566"/>
                  </a:lnTo>
                  <a:lnTo>
                    <a:pt x="6419" y="623030"/>
                  </a:lnTo>
                  <a:lnTo>
                    <a:pt x="1622" y="671494"/>
                  </a:lnTo>
                  <a:lnTo>
                    <a:pt x="0" y="720851"/>
                  </a:lnTo>
                  <a:lnTo>
                    <a:pt x="1622" y="770209"/>
                  </a:lnTo>
                  <a:lnTo>
                    <a:pt x="6419" y="818673"/>
                  </a:lnTo>
                  <a:lnTo>
                    <a:pt x="14286" y="866137"/>
                  </a:lnTo>
                  <a:lnTo>
                    <a:pt x="25119" y="912493"/>
                  </a:lnTo>
                  <a:lnTo>
                    <a:pt x="38813" y="957634"/>
                  </a:lnTo>
                  <a:lnTo>
                    <a:pt x="55262" y="1001452"/>
                  </a:lnTo>
                  <a:lnTo>
                    <a:pt x="74364" y="1043841"/>
                  </a:lnTo>
                  <a:lnTo>
                    <a:pt x="96012" y="1084692"/>
                  </a:lnTo>
                  <a:lnTo>
                    <a:pt x="120102" y="1123900"/>
                  </a:lnTo>
                  <a:lnTo>
                    <a:pt x="146529" y="1161355"/>
                  </a:lnTo>
                  <a:lnTo>
                    <a:pt x="175189" y="1196952"/>
                  </a:lnTo>
                  <a:lnTo>
                    <a:pt x="205978" y="1230582"/>
                  </a:lnTo>
                  <a:lnTo>
                    <a:pt x="238789" y="1262138"/>
                  </a:lnTo>
                  <a:lnTo>
                    <a:pt x="273520" y="1291514"/>
                  </a:lnTo>
                  <a:lnTo>
                    <a:pt x="310064" y="1318601"/>
                  </a:lnTo>
                  <a:lnTo>
                    <a:pt x="348318" y="1343293"/>
                  </a:lnTo>
                  <a:lnTo>
                    <a:pt x="388177" y="1365481"/>
                  </a:lnTo>
                  <a:lnTo>
                    <a:pt x="429535" y="1385060"/>
                  </a:lnTo>
                  <a:lnTo>
                    <a:pt x="472289" y="1401920"/>
                  </a:lnTo>
                  <a:lnTo>
                    <a:pt x="516334" y="1415956"/>
                  </a:lnTo>
                  <a:lnTo>
                    <a:pt x="561564" y="1427060"/>
                  </a:lnTo>
                  <a:lnTo>
                    <a:pt x="607876" y="1435124"/>
                  </a:lnTo>
                  <a:lnTo>
                    <a:pt x="655165" y="1440041"/>
                  </a:lnTo>
                  <a:lnTo>
                    <a:pt x="703326" y="1441703"/>
                  </a:lnTo>
                  <a:lnTo>
                    <a:pt x="751486" y="1440041"/>
                  </a:lnTo>
                  <a:lnTo>
                    <a:pt x="798775" y="1435124"/>
                  </a:lnTo>
                  <a:lnTo>
                    <a:pt x="845087" y="1427060"/>
                  </a:lnTo>
                  <a:lnTo>
                    <a:pt x="890317" y="1415956"/>
                  </a:lnTo>
                  <a:lnTo>
                    <a:pt x="934362" y="1401920"/>
                  </a:lnTo>
                  <a:lnTo>
                    <a:pt x="977116" y="1385060"/>
                  </a:lnTo>
                  <a:lnTo>
                    <a:pt x="1018474" y="1365481"/>
                  </a:lnTo>
                  <a:lnTo>
                    <a:pt x="1058333" y="1343293"/>
                  </a:lnTo>
                  <a:lnTo>
                    <a:pt x="1096587" y="1318601"/>
                  </a:lnTo>
                  <a:lnTo>
                    <a:pt x="1133131" y="1291514"/>
                  </a:lnTo>
                  <a:lnTo>
                    <a:pt x="1167862" y="1262138"/>
                  </a:lnTo>
                  <a:lnTo>
                    <a:pt x="1200673" y="1230582"/>
                  </a:lnTo>
                  <a:lnTo>
                    <a:pt x="1231462" y="1196952"/>
                  </a:lnTo>
                  <a:lnTo>
                    <a:pt x="1260122" y="1161355"/>
                  </a:lnTo>
                  <a:lnTo>
                    <a:pt x="1286549" y="1123900"/>
                  </a:lnTo>
                  <a:lnTo>
                    <a:pt x="1310640" y="1084692"/>
                  </a:lnTo>
                  <a:lnTo>
                    <a:pt x="1332287" y="1043841"/>
                  </a:lnTo>
                  <a:lnTo>
                    <a:pt x="1351389" y="1001452"/>
                  </a:lnTo>
                  <a:lnTo>
                    <a:pt x="1367838" y="957634"/>
                  </a:lnTo>
                  <a:lnTo>
                    <a:pt x="1381532" y="912493"/>
                  </a:lnTo>
                  <a:lnTo>
                    <a:pt x="1392365" y="866137"/>
                  </a:lnTo>
                  <a:lnTo>
                    <a:pt x="1400232" y="818673"/>
                  </a:lnTo>
                  <a:lnTo>
                    <a:pt x="1405029" y="770209"/>
                  </a:lnTo>
                  <a:lnTo>
                    <a:pt x="1406652" y="720851"/>
                  </a:lnTo>
                  <a:lnTo>
                    <a:pt x="1405029" y="671494"/>
                  </a:lnTo>
                  <a:lnTo>
                    <a:pt x="1400232" y="623030"/>
                  </a:lnTo>
                  <a:lnTo>
                    <a:pt x="1392365" y="575566"/>
                  </a:lnTo>
                  <a:lnTo>
                    <a:pt x="1381532" y="529210"/>
                  </a:lnTo>
                  <a:lnTo>
                    <a:pt x="1367838" y="484069"/>
                  </a:lnTo>
                  <a:lnTo>
                    <a:pt x="1351389" y="440251"/>
                  </a:lnTo>
                  <a:lnTo>
                    <a:pt x="1332287" y="397862"/>
                  </a:lnTo>
                  <a:lnTo>
                    <a:pt x="1310640" y="357011"/>
                  </a:lnTo>
                  <a:lnTo>
                    <a:pt x="1286549" y="317803"/>
                  </a:lnTo>
                  <a:lnTo>
                    <a:pt x="1260122" y="280348"/>
                  </a:lnTo>
                  <a:lnTo>
                    <a:pt x="1231462" y="244751"/>
                  </a:lnTo>
                  <a:lnTo>
                    <a:pt x="1200673" y="211121"/>
                  </a:lnTo>
                  <a:lnTo>
                    <a:pt x="1167862" y="179565"/>
                  </a:lnTo>
                  <a:lnTo>
                    <a:pt x="1133131" y="150189"/>
                  </a:lnTo>
                  <a:lnTo>
                    <a:pt x="1096587" y="123102"/>
                  </a:lnTo>
                  <a:lnTo>
                    <a:pt x="1058333" y="98410"/>
                  </a:lnTo>
                  <a:lnTo>
                    <a:pt x="1018474" y="76222"/>
                  </a:lnTo>
                  <a:lnTo>
                    <a:pt x="977116" y="56643"/>
                  </a:lnTo>
                  <a:lnTo>
                    <a:pt x="934362" y="39783"/>
                  </a:lnTo>
                  <a:lnTo>
                    <a:pt x="890317" y="25747"/>
                  </a:lnTo>
                  <a:lnTo>
                    <a:pt x="845087" y="14643"/>
                  </a:lnTo>
                  <a:lnTo>
                    <a:pt x="798775" y="6579"/>
                  </a:lnTo>
                  <a:lnTo>
                    <a:pt x="751486" y="1662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FDA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9488" y="1077468"/>
              <a:ext cx="1197864" cy="122681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000493" y="5470042"/>
            <a:ext cx="1678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Pyramid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15119" y="3373373"/>
            <a:ext cx="1445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Django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934140" y="2727960"/>
            <a:ext cx="1823085" cy="1875155"/>
            <a:chOff x="6934140" y="2727960"/>
            <a:chExt cx="1823085" cy="187515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4140" y="2730978"/>
              <a:ext cx="1822794" cy="187151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69252" y="2727960"/>
              <a:ext cx="1748155" cy="1797050"/>
            </a:xfrm>
            <a:custGeom>
              <a:avLst/>
              <a:gdLst/>
              <a:ahLst/>
              <a:cxnLst/>
              <a:rect l="l" t="t" r="r" b="b"/>
              <a:pathLst>
                <a:path w="1748154" h="1797050">
                  <a:moveTo>
                    <a:pt x="874014" y="0"/>
                  </a:moveTo>
                  <a:lnTo>
                    <a:pt x="826057" y="1329"/>
                  </a:lnTo>
                  <a:lnTo>
                    <a:pt x="778776" y="5271"/>
                  </a:lnTo>
                  <a:lnTo>
                    <a:pt x="732238" y="11758"/>
                  </a:lnTo>
                  <a:lnTo>
                    <a:pt x="686510" y="20720"/>
                  </a:lnTo>
                  <a:lnTo>
                    <a:pt x="641658" y="32090"/>
                  </a:lnTo>
                  <a:lnTo>
                    <a:pt x="597749" y="45799"/>
                  </a:lnTo>
                  <a:lnTo>
                    <a:pt x="554849" y="61778"/>
                  </a:lnTo>
                  <a:lnTo>
                    <a:pt x="513025" y="79959"/>
                  </a:lnTo>
                  <a:lnTo>
                    <a:pt x="472344" y="100274"/>
                  </a:lnTo>
                  <a:lnTo>
                    <a:pt x="432872" y="122653"/>
                  </a:lnTo>
                  <a:lnTo>
                    <a:pt x="394676" y="147029"/>
                  </a:lnTo>
                  <a:lnTo>
                    <a:pt x="357823" y="173333"/>
                  </a:lnTo>
                  <a:lnTo>
                    <a:pt x="322378" y="201497"/>
                  </a:lnTo>
                  <a:lnTo>
                    <a:pt x="288410" y="231451"/>
                  </a:lnTo>
                  <a:lnTo>
                    <a:pt x="255984" y="263128"/>
                  </a:lnTo>
                  <a:lnTo>
                    <a:pt x="225167" y="296458"/>
                  </a:lnTo>
                  <a:lnTo>
                    <a:pt x="196026" y="331375"/>
                  </a:lnTo>
                  <a:lnTo>
                    <a:pt x="168627" y="367808"/>
                  </a:lnTo>
                  <a:lnTo>
                    <a:pt x="143037" y="405689"/>
                  </a:lnTo>
                  <a:lnTo>
                    <a:pt x="119323" y="444951"/>
                  </a:lnTo>
                  <a:lnTo>
                    <a:pt x="97551" y="485524"/>
                  </a:lnTo>
                  <a:lnTo>
                    <a:pt x="77788" y="527340"/>
                  </a:lnTo>
                  <a:lnTo>
                    <a:pt x="60101" y="570331"/>
                  </a:lnTo>
                  <a:lnTo>
                    <a:pt x="44555" y="614428"/>
                  </a:lnTo>
                  <a:lnTo>
                    <a:pt x="31219" y="659562"/>
                  </a:lnTo>
                  <a:lnTo>
                    <a:pt x="20157" y="705665"/>
                  </a:lnTo>
                  <a:lnTo>
                    <a:pt x="11438" y="752668"/>
                  </a:lnTo>
                  <a:lnTo>
                    <a:pt x="5128" y="800504"/>
                  </a:lnTo>
                  <a:lnTo>
                    <a:pt x="1293" y="849103"/>
                  </a:lnTo>
                  <a:lnTo>
                    <a:pt x="0" y="898397"/>
                  </a:lnTo>
                  <a:lnTo>
                    <a:pt x="1293" y="947692"/>
                  </a:lnTo>
                  <a:lnTo>
                    <a:pt x="5128" y="996291"/>
                  </a:lnTo>
                  <a:lnTo>
                    <a:pt x="11438" y="1044127"/>
                  </a:lnTo>
                  <a:lnTo>
                    <a:pt x="20157" y="1091130"/>
                  </a:lnTo>
                  <a:lnTo>
                    <a:pt x="31219" y="1137233"/>
                  </a:lnTo>
                  <a:lnTo>
                    <a:pt x="44555" y="1182367"/>
                  </a:lnTo>
                  <a:lnTo>
                    <a:pt x="60101" y="1226464"/>
                  </a:lnTo>
                  <a:lnTo>
                    <a:pt x="77788" y="1269455"/>
                  </a:lnTo>
                  <a:lnTo>
                    <a:pt x="97551" y="1311271"/>
                  </a:lnTo>
                  <a:lnTo>
                    <a:pt x="119323" y="1351844"/>
                  </a:lnTo>
                  <a:lnTo>
                    <a:pt x="143037" y="1391106"/>
                  </a:lnTo>
                  <a:lnTo>
                    <a:pt x="168627" y="1428987"/>
                  </a:lnTo>
                  <a:lnTo>
                    <a:pt x="196026" y="1465420"/>
                  </a:lnTo>
                  <a:lnTo>
                    <a:pt x="225167" y="1500337"/>
                  </a:lnTo>
                  <a:lnTo>
                    <a:pt x="255984" y="1533667"/>
                  </a:lnTo>
                  <a:lnTo>
                    <a:pt x="288410" y="1565344"/>
                  </a:lnTo>
                  <a:lnTo>
                    <a:pt x="322378" y="1595298"/>
                  </a:lnTo>
                  <a:lnTo>
                    <a:pt x="357823" y="1623462"/>
                  </a:lnTo>
                  <a:lnTo>
                    <a:pt x="394676" y="1649766"/>
                  </a:lnTo>
                  <a:lnTo>
                    <a:pt x="432872" y="1674142"/>
                  </a:lnTo>
                  <a:lnTo>
                    <a:pt x="472344" y="1696521"/>
                  </a:lnTo>
                  <a:lnTo>
                    <a:pt x="513025" y="1716836"/>
                  </a:lnTo>
                  <a:lnTo>
                    <a:pt x="554849" y="1735017"/>
                  </a:lnTo>
                  <a:lnTo>
                    <a:pt x="597749" y="1750996"/>
                  </a:lnTo>
                  <a:lnTo>
                    <a:pt x="641658" y="1764705"/>
                  </a:lnTo>
                  <a:lnTo>
                    <a:pt x="686510" y="1776075"/>
                  </a:lnTo>
                  <a:lnTo>
                    <a:pt x="732238" y="1785037"/>
                  </a:lnTo>
                  <a:lnTo>
                    <a:pt x="778776" y="1791524"/>
                  </a:lnTo>
                  <a:lnTo>
                    <a:pt x="826057" y="1795466"/>
                  </a:lnTo>
                  <a:lnTo>
                    <a:pt x="874014" y="1796795"/>
                  </a:lnTo>
                  <a:lnTo>
                    <a:pt x="921970" y="1795466"/>
                  </a:lnTo>
                  <a:lnTo>
                    <a:pt x="969251" y="1791524"/>
                  </a:lnTo>
                  <a:lnTo>
                    <a:pt x="1015789" y="1785037"/>
                  </a:lnTo>
                  <a:lnTo>
                    <a:pt x="1061517" y="1776075"/>
                  </a:lnTo>
                  <a:lnTo>
                    <a:pt x="1106369" y="1764705"/>
                  </a:lnTo>
                  <a:lnTo>
                    <a:pt x="1150278" y="1750996"/>
                  </a:lnTo>
                  <a:lnTo>
                    <a:pt x="1193178" y="1735017"/>
                  </a:lnTo>
                  <a:lnTo>
                    <a:pt x="1235002" y="1716836"/>
                  </a:lnTo>
                  <a:lnTo>
                    <a:pt x="1275683" y="1696521"/>
                  </a:lnTo>
                  <a:lnTo>
                    <a:pt x="1315155" y="1674142"/>
                  </a:lnTo>
                  <a:lnTo>
                    <a:pt x="1353351" y="1649766"/>
                  </a:lnTo>
                  <a:lnTo>
                    <a:pt x="1390204" y="1623462"/>
                  </a:lnTo>
                  <a:lnTo>
                    <a:pt x="1425649" y="1595298"/>
                  </a:lnTo>
                  <a:lnTo>
                    <a:pt x="1459617" y="1565344"/>
                  </a:lnTo>
                  <a:lnTo>
                    <a:pt x="1492043" y="1533667"/>
                  </a:lnTo>
                  <a:lnTo>
                    <a:pt x="1522860" y="1500337"/>
                  </a:lnTo>
                  <a:lnTo>
                    <a:pt x="1552001" y="1465420"/>
                  </a:lnTo>
                  <a:lnTo>
                    <a:pt x="1579400" y="1428987"/>
                  </a:lnTo>
                  <a:lnTo>
                    <a:pt x="1604990" y="1391106"/>
                  </a:lnTo>
                  <a:lnTo>
                    <a:pt x="1628704" y="1351844"/>
                  </a:lnTo>
                  <a:lnTo>
                    <a:pt x="1650476" y="1311271"/>
                  </a:lnTo>
                  <a:lnTo>
                    <a:pt x="1670239" y="1269455"/>
                  </a:lnTo>
                  <a:lnTo>
                    <a:pt x="1687926" y="1226464"/>
                  </a:lnTo>
                  <a:lnTo>
                    <a:pt x="1703472" y="1182367"/>
                  </a:lnTo>
                  <a:lnTo>
                    <a:pt x="1716808" y="1137233"/>
                  </a:lnTo>
                  <a:lnTo>
                    <a:pt x="1727870" y="1091130"/>
                  </a:lnTo>
                  <a:lnTo>
                    <a:pt x="1736589" y="1044127"/>
                  </a:lnTo>
                  <a:lnTo>
                    <a:pt x="1742899" y="996291"/>
                  </a:lnTo>
                  <a:lnTo>
                    <a:pt x="1746734" y="947692"/>
                  </a:lnTo>
                  <a:lnTo>
                    <a:pt x="1748027" y="898397"/>
                  </a:lnTo>
                  <a:lnTo>
                    <a:pt x="1746734" y="849103"/>
                  </a:lnTo>
                  <a:lnTo>
                    <a:pt x="1742899" y="800504"/>
                  </a:lnTo>
                  <a:lnTo>
                    <a:pt x="1736589" y="752668"/>
                  </a:lnTo>
                  <a:lnTo>
                    <a:pt x="1727870" y="705665"/>
                  </a:lnTo>
                  <a:lnTo>
                    <a:pt x="1716808" y="659562"/>
                  </a:lnTo>
                  <a:lnTo>
                    <a:pt x="1703472" y="614428"/>
                  </a:lnTo>
                  <a:lnTo>
                    <a:pt x="1687926" y="570331"/>
                  </a:lnTo>
                  <a:lnTo>
                    <a:pt x="1670239" y="527340"/>
                  </a:lnTo>
                  <a:lnTo>
                    <a:pt x="1650476" y="485524"/>
                  </a:lnTo>
                  <a:lnTo>
                    <a:pt x="1628704" y="444951"/>
                  </a:lnTo>
                  <a:lnTo>
                    <a:pt x="1604990" y="405689"/>
                  </a:lnTo>
                  <a:lnTo>
                    <a:pt x="1579400" y="367808"/>
                  </a:lnTo>
                  <a:lnTo>
                    <a:pt x="1552001" y="331375"/>
                  </a:lnTo>
                  <a:lnTo>
                    <a:pt x="1522860" y="296458"/>
                  </a:lnTo>
                  <a:lnTo>
                    <a:pt x="1492043" y="263128"/>
                  </a:lnTo>
                  <a:lnTo>
                    <a:pt x="1459617" y="231451"/>
                  </a:lnTo>
                  <a:lnTo>
                    <a:pt x="1425649" y="201497"/>
                  </a:lnTo>
                  <a:lnTo>
                    <a:pt x="1390204" y="173333"/>
                  </a:lnTo>
                  <a:lnTo>
                    <a:pt x="1353351" y="147029"/>
                  </a:lnTo>
                  <a:lnTo>
                    <a:pt x="1315155" y="122653"/>
                  </a:lnTo>
                  <a:lnTo>
                    <a:pt x="1275683" y="100274"/>
                  </a:lnTo>
                  <a:lnTo>
                    <a:pt x="1235002" y="79959"/>
                  </a:lnTo>
                  <a:lnTo>
                    <a:pt x="1193178" y="61778"/>
                  </a:lnTo>
                  <a:lnTo>
                    <a:pt x="1150278" y="45799"/>
                  </a:lnTo>
                  <a:lnTo>
                    <a:pt x="1106369" y="32090"/>
                  </a:lnTo>
                  <a:lnTo>
                    <a:pt x="1061517" y="20720"/>
                  </a:lnTo>
                  <a:lnTo>
                    <a:pt x="1015789" y="11758"/>
                  </a:lnTo>
                  <a:lnTo>
                    <a:pt x="969251" y="5271"/>
                  </a:lnTo>
                  <a:lnTo>
                    <a:pt x="921970" y="1329"/>
                  </a:lnTo>
                  <a:lnTo>
                    <a:pt x="874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5076" y="2889504"/>
              <a:ext cx="1508759" cy="154533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38416" y="2904744"/>
              <a:ext cx="1407160" cy="1443355"/>
            </a:xfrm>
            <a:custGeom>
              <a:avLst/>
              <a:gdLst/>
              <a:ahLst/>
              <a:cxnLst/>
              <a:rect l="l" t="t" r="r" b="b"/>
              <a:pathLst>
                <a:path w="1407159" h="1443354">
                  <a:moveTo>
                    <a:pt x="703326" y="0"/>
                  </a:moveTo>
                  <a:lnTo>
                    <a:pt x="655165" y="1664"/>
                  </a:lnTo>
                  <a:lnTo>
                    <a:pt x="607876" y="6587"/>
                  </a:lnTo>
                  <a:lnTo>
                    <a:pt x="561564" y="14661"/>
                  </a:lnTo>
                  <a:lnTo>
                    <a:pt x="516334" y="25777"/>
                  </a:lnTo>
                  <a:lnTo>
                    <a:pt x="472289" y="39829"/>
                  </a:lnTo>
                  <a:lnTo>
                    <a:pt x="429535" y="56709"/>
                  </a:lnTo>
                  <a:lnTo>
                    <a:pt x="388177" y="76310"/>
                  </a:lnTo>
                  <a:lnTo>
                    <a:pt x="348318" y="98523"/>
                  </a:lnTo>
                  <a:lnTo>
                    <a:pt x="310064" y="123243"/>
                  </a:lnTo>
                  <a:lnTo>
                    <a:pt x="273520" y="150360"/>
                  </a:lnTo>
                  <a:lnTo>
                    <a:pt x="238789" y="179768"/>
                  </a:lnTo>
                  <a:lnTo>
                    <a:pt x="205978" y="211359"/>
                  </a:lnTo>
                  <a:lnTo>
                    <a:pt x="175189" y="245026"/>
                  </a:lnTo>
                  <a:lnTo>
                    <a:pt x="146529" y="280661"/>
                  </a:lnTo>
                  <a:lnTo>
                    <a:pt x="120102" y="318157"/>
                  </a:lnTo>
                  <a:lnTo>
                    <a:pt x="96011" y="357406"/>
                  </a:lnTo>
                  <a:lnTo>
                    <a:pt x="74364" y="398300"/>
                  </a:lnTo>
                  <a:lnTo>
                    <a:pt x="55262" y="440733"/>
                  </a:lnTo>
                  <a:lnTo>
                    <a:pt x="38813" y="484597"/>
                  </a:lnTo>
                  <a:lnTo>
                    <a:pt x="25119" y="529784"/>
                  </a:lnTo>
                  <a:lnTo>
                    <a:pt x="14286" y="576186"/>
                  </a:lnTo>
                  <a:lnTo>
                    <a:pt x="6419" y="623697"/>
                  </a:lnTo>
                  <a:lnTo>
                    <a:pt x="1622" y="672209"/>
                  </a:lnTo>
                  <a:lnTo>
                    <a:pt x="0" y="721613"/>
                  </a:lnTo>
                  <a:lnTo>
                    <a:pt x="1622" y="771018"/>
                  </a:lnTo>
                  <a:lnTo>
                    <a:pt x="6419" y="819530"/>
                  </a:lnTo>
                  <a:lnTo>
                    <a:pt x="14286" y="867041"/>
                  </a:lnTo>
                  <a:lnTo>
                    <a:pt x="25119" y="913443"/>
                  </a:lnTo>
                  <a:lnTo>
                    <a:pt x="38813" y="958630"/>
                  </a:lnTo>
                  <a:lnTo>
                    <a:pt x="55262" y="1002494"/>
                  </a:lnTo>
                  <a:lnTo>
                    <a:pt x="74364" y="1044927"/>
                  </a:lnTo>
                  <a:lnTo>
                    <a:pt x="96012" y="1085821"/>
                  </a:lnTo>
                  <a:lnTo>
                    <a:pt x="120102" y="1125070"/>
                  </a:lnTo>
                  <a:lnTo>
                    <a:pt x="146529" y="1162566"/>
                  </a:lnTo>
                  <a:lnTo>
                    <a:pt x="175189" y="1198201"/>
                  </a:lnTo>
                  <a:lnTo>
                    <a:pt x="205978" y="1231868"/>
                  </a:lnTo>
                  <a:lnTo>
                    <a:pt x="238789" y="1263459"/>
                  </a:lnTo>
                  <a:lnTo>
                    <a:pt x="273520" y="1292867"/>
                  </a:lnTo>
                  <a:lnTo>
                    <a:pt x="310064" y="1319984"/>
                  </a:lnTo>
                  <a:lnTo>
                    <a:pt x="348318" y="1344704"/>
                  </a:lnTo>
                  <a:lnTo>
                    <a:pt x="388177" y="1366917"/>
                  </a:lnTo>
                  <a:lnTo>
                    <a:pt x="429535" y="1386518"/>
                  </a:lnTo>
                  <a:lnTo>
                    <a:pt x="472289" y="1403398"/>
                  </a:lnTo>
                  <a:lnTo>
                    <a:pt x="516334" y="1417450"/>
                  </a:lnTo>
                  <a:lnTo>
                    <a:pt x="561564" y="1428566"/>
                  </a:lnTo>
                  <a:lnTo>
                    <a:pt x="607876" y="1436640"/>
                  </a:lnTo>
                  <a:lnTo>
                    <a:pt x="655165" y="1441563"/>
                  </a:lnTo>
                  <a:lnTo>
                    <a:pt x="703326" y="1443227"/>
                  </a:lnTo>
                  <a:lnTo>
                    <a:pt x="751486" y="1441563"/>
                  </a:lnTo>
                  <a:lnTo>
                    <a:pt x="798775" y="1436640"/>
                  </a:lnTo>
                  <a:lnTo>
                    <a:pt x="845087" y="1428566"/>
                  </a:lnTo>
                  <a:lnTo>
                    <a:pt x="890317" y="1417450"/>
                  </a:lnTo>
                  <a:lnTo>
                    <a:pt x="934362" y="1403398"/>
                  </a:lnTo>
                  <a:lnTo>
                    <a:pt x="977116" y="1386518"/>
                  </a:lnTo>
                  <a:lnTo>
                    <a:pt x="1018474" y="1366917"/>
                  </a:lnTo>
                  <a:lnTo>
                    <a:pt x="1058333" y="1344704"/>
                  </a:lnTo>
                  <a:lnTo>
                    <a:pt x="1096587" y="1319984"/>
                  </a:lnTo>
                  <a:lnTo>
                    <a:pt x="1133131" y="1292867"/>
                  </a:lnTo>
                  <a:lnTo>
                    <a:pt x="1167862" y="1263459"/>
                  </a:lnTo>
                  <a:lnTo>
                    <a:pt x="1200673" y="1231868"/>
                  </a:lnTo>
                  <a:lnTo>
                    <a:pt x="1231462" y="1198201"/>
                  </a:lnTo>
                  <a:lnTo>
                    <a:pt x="1260122" y="1162566"/>
                  </a:lnTo>
                  <a:lnTo>
                    <a:pt x="1286549" y="1125070"/>
                  </a:lnTo>
                  <a:lnTo>
                    <a:pt x="1310640" y="1085821"/>
                  </a:lnTo>
                  <a:lnTo>
                    <a:pt x="1332287" y="1044927"/>
                  </a:lnTo>
                  <a:lnTo>
                    <a:pt x="1351389" y="1002494"/>
                  </a:lnTo>
                  <a:lnTo>
                    <a:pt x="1367838" y="958630"/>
                  </a:lnTo>
                  <a:lnTo>
                    <a:pt x="1381532" y="913443"/>
                  </a:lnTo>
                  <a:lnTo>
                    <a:pt x="1392365" y="867041"/>
                  </a:lnTo>
                  <a:lnTo>
                    <a:pt x="1400232" y="819530"/>
                  </a:lnTo>
                  <a:lnTo>
                    <a:pt x="1405029" y="771018"/>
                  </a:lnTo>
                  <a:lnTo>
                    <a:pt x="1406652" y="721613"/>
                  </a:lnTo>
                  <a:lnTo>
                    <a:pt x="1405029" y="672209"/>
                  </a:lnTo>
                  <a:lnTo>
                    <a:pt x="1400232" y="623697"/>
                  </a:lnTo>
                  <a:lnTo>
                    <a:pt x="1392365" y="576186"/>
                  </a:lnTo>
                  <a:lnTo>
                    <a:pt x="1381532" y="529784"/>
                  </a:lnTo>
                  <a:lnTo>
                    <a:pt x="1367838" y="484597"/>
                  </a:lnTo>
                  <a:lnTo>
                    <a:pt x="1351389" y="440733"/>
                  </a:lnTo>
                  <a:lnTo>
                    <a:pt x="1332287" y="398300"/>
                  </a:lnTo>
                  <a:lnTo>
                    <a:pt x="1310639" y="357406"/>
                  </a:lnTo>
                  <a:lnTo>
                    <a:pt x="1286549" y="318157"/>
                  </a:lnTo>
                  <a:lnTo>
                    <a:pt x="1260122" y="280661"/>
                  </a:lnTo>
                  <a:lnTo>
                    <a:pt x="1231462" y="245026"/>
                  </a:lnTo>
                  <a:lnTo>
                    <a:pt x="1200673" y="211359"/>
                  </a:lnTo>
                  <a:lnTo>
                    <a:pt x="1167862" y="179768"/>
                  </a:lnTo>
                  <a:lnTo>
                    <a:pt x="1133131" y="150360"/>
                  </a:lnTo>
                  <a:lnTo>
                    <a:pt x="1096587" y="123243"/>
                  </a:lnTo>
                  <a:lnTo>
                    <a:pt x="1058333" y="98523"/>
                  </a:lnTo>
                  <a:lnTo>
                    <a:pt x="1018474" y="76310"/>
                  </a:lnTo>
                  <a:lnTo>
                    <a:pt x="977116" y="56709"/>
                  </a:lnTo>
                  <a:lnTo>
                    <a:pt x="934362" y="39829"/>
                  </a:lnTo>
                  <a:lnTo>
                    <a:pt x="890317" y="25777"/>
                  </a:lnTo>
                  <a:lnTo>
                    <a:pt x="845087" y="14661"/>
                  </a:lnTo>
                  <a:lnTo>
                    <a:pt x="798775" y="6587"/>
                  </a:lnTo>
                  <a:lnTo>
                    <a:pt x="751486" y="1664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FDA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91756" y="2991612"/>
              <a:ext cx="1271016" cy="1269492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9078407" y="4814315"/>
            <a:ext cx="1823085" cy="1831975"/>
            <a:chOff x="9078407" y="4814315"/>
            <a:chExt cx="1823085" cy="1831975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78407" y="4817286"/>
              <a:ext cx="1822794" cy="182893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13519" y="4814315"/>
              <a:ext cx="1748155" cy="1754505"/>
            </a:xfrm>
            <a:custGeom>
              <a:avLst/>
              <a:gdLst/>
              <a:ahLst/>
              <a:cxnLst/>
              <a:rect l="l" t="t" r="r" b="b"/>
              <a:pathLst>
                <a:path w="1748154" h="1754504">
                  <a:moveTo>
                    <a:pt x="874013" y="0"/>
                  </a:moveTo>
                  <a:lnTo>
                    <a:pt x="826057" y="1297"/>
                  </a:lnTo>
                  <a:lnTo>
                    <a:pt x="778776" y="5146"/>
                  </a:lnTo>
                  <a:lnTo>
                    <a:pt x="732238" y="11479"/>
                  </a:lnTo>
                  <a:lnTo>
                    <a:pt x="686510" y="20229"/>
                  </a:lnTo>
                  <a:lnTo>
                    <a:pt x="641658" y="31330"/>
                  </a:lnTo>
                  <a:lnTo>
                    <a:pt x="597749" y="44714"/>
                  </a:lnTo>
                  <a:lnTo>
                    <a:pt x="554849" y="60314"/>
                  </a:lnTo>
                  <a:lnTo>
                    <a:pt x="513025" y="78064"/>
                  </a:lnTo>
                  <a:lnTo>
                    <a:pt x="472344" y="97897"/>
                  </a:lnTo>
                  <a:lnTo>
                    <a:pt x="432872" y="119746"/>
                  </a:lnTo>
                  <a:lnTo>
                    <a:pt x="394676" y="143544"/>
                  </a:lnTo>
                  <a:lnTo>
                    <a:pt x="357823" y="169224"/>
                  </a:lnTo>
                  <a:lnTo>
                    <a:pt x="322378" y="196720"/>
                  </a:lnTo>
                  <a:lnTo>
                    <a:pt x="288410" y="225964"/>
                  </a:lnTo>
                  <a:lnTo>
                    <a:pt x="255984" y="256889"/>
                  </a:lnTo>
                  <a:lnTo>
                    <a:pt x="225167" y="289429"/>
                  </a:lnTo>
                  <a:lnTo>
                    <a:pt x="196026" y="323516"/>
                  </a:lnTo>
                  <a:lnTo>
                    <a:pt x="168627" y="359084"/>
                  </a:lnTo>
                  <a:lnTo>
                    <a:pt x="143037" y="396067"/>
                  </a:lnTo>
                  <a:lnTo>
                    <a:pt x="119323" y="434396"/>
                  </a:lnTo>
                  <a:lnTo>
                    <a:pt x="97551" y="474005"/>
                  </a:lnTo>
                  <a:lnTo>
                    <a:pt x="77788" y="514828"/>
                  </a:lnTo>
                  <a:lnTo>
                    <a:pt x="60101" y="556797"/>
                  </a:lnTo>
                  <a:lnTo>
                    <a:pt x="44555" y="599846"/>
                  </a:lnTo>
                  <a:lnTo>
                    <a:pt x="31219" y="643907"/>
                  </a:lnTo>
                  <a:lnTo>
                    <a:pt x="20157" y="688914"/>
                  </a:lnTo>
                  <a:lnTo>
                    <a:pt x="11438" y="734800"/>
                  </a:lnTo>
                  <a:lnTo>
                    <a:pt x="5128" y="781498"/>
                  </a:lnTo>
                  <a:lnTo>
                    <a:pt x="1293" y="828940"/>
                  </a:lnTo>
                  <a:lnTo>
                    <a:pt x="0" y="877061"/>
                  </a:lnTo>
                  <a:lnTo>
                    <a:pt x="1293" y="925184"/>
                  </a:lnTo>
                  <a:lnTo>
                    <a:pt x="5128" y="972628"/>
                  </a:lnTo>
                  <a:lnTo>
                    <a:pt x="11438" y="1019326"/>
                  </a:lnTo>
                  <a:lnTo>
                    <a:pt x="20157" y="1065213"/>
                  </a:lnTo>
                  <a:lnTo>
                    <a:pt x="31219" y="1110220"/>
                  </a:lnTo>
                  <a:lnTo>
                    <a:pt x="44555" y="1154282"/>
                  </a:lnTo>
                  <a:lnTo>
                    <a:pt x="60101" y="1197331"/>
                  </a:lnTo>
                  <a:lnTo>
                    <a:pt x="77788" y="1239300"/>
                  </a:lnTo>
                  <a:lnTo>
                    <a:pt x="97551" y="1280123"/>
                  </a:lnTo>
                  <a:lnTo>
                    <a:pt x="119323" y="1319733"/>
                  </a:lnTo>
                  <a:lnTo>
                    <a:pt x="143037" y="1358062"/>
                  </a:lnTo>
                  <a:lnTo>
                    <a:pt x="168627" y="1395044"/>
                  </a:lnTo>
                  <a:lnTo>
                    <a:pt x="196026" y="1430612"/>
                  </a:lnTo>
                  <a:lnTo>
                    <a:pt x="225167" y="1464700"/>
                  </a:lnTo>
                  <a:lnTo>
                    <a:pt x="255984" y="1497239"/>
                  </a:lnTo>
                  <a:lnTo>
                    <a:pt x="288410" y="1528164"/>
                  </a:lnTo>
                  <a:lnTo>
                    <a:pt x="322378" y="1557407"/>
                  </a:lnTo>
                  <a:lnTo>
                    <a:pt x="357823" y="1584902"/>
                  </a:lnTo>
                  <a:lnTo>
                    <a:pt x="394676" y="1610582"/>
                  </a:lnTo>
                  <a:lnTo>
                    <a:pt x="432872" y="1634379"/>
                  </a:lnTo>
                  <a:lnTo>
                    <a:pt x="472344" y="1656228"/>
                  </a:lnTo>
                  <a:lnTo>
                    <a:pt x="513025" y="1676061"/>
                  </a:lnTo>
                  <a:lnTo>
                    <a:pt x="554849" y="1693810"/>
                  </a:lnTo>
                  <a:lnTo>
                    <a:pt x="597749" y="1709411"/>
                  </a:lnTo>
                  <a:lnTo>
                    <a:pt x="641658" y="1722794"/>
                  </a:lnTo>
                  <a:lnTo>
                    <a:pt x="686510" y="1733894"/>
                  </a:lnTo>
                  <a:lnTo>
                    <a:pt x="732238" y="1742644"/>
                  </a:lnTo>
                  <a:lnTo>
                    <a:pt x="778776" y="1748977"/>
                  </a:lnTo>
                  <a:lnTo>
                    <a:pt x="826057" y="1752826"/>
                  </a:lnTo>
                  <a:lnTo>
                    <a:pt x="874013" y="1754123"/>
                  </a:lnTo>
                  <a:lnTo>
                    <a:pt x="921970" y="1752826"/>
                  </a:lnTo>
                  <a:lnTo>
                    <a:pt x="969251" y="1748977"/>
                  </a:lnTo>
                  <a:lnTo>
                    <a:pt x="1015789" y="1742644"/>
                  </a:lnTo>
                  <a:lnTo>
                    <a:pt x="1061517" y="1733894"/>
                  </a:lnTo>
                  <a:lnTo>
                    <a:pt x="1106369" y="1722794"/>
                  </a:lnTo>
                  <a:lnTo>
                    <a:pt x="1150278" y="1709411"/>
                  </a:lnTo>
                  <a:lnTo>
                    <a:pt x="1193178" y="1693810"/>
                  </a:lnTo>
                  <a:lnTo>
                    <a:pt x="1235002" y="1676061"/>
                  </a:lnTo>
                  <a:lnTo>
                    <a:pt x="1275683" y="1656228"/>
                  </a:lnTo>
                  <a:lnTo>
                    <a:pt x="1315155" y="1634379"/>
                  </a:lnTo>
                  <a:lnTo>
                    <a:pt x="1353351" y="1610582"/>
                  </a:lnTo>
                  <a:lnTo>
                    <a:pt x="1390204" y="1584902"/>
                  </a:lnTo>
                  <a:lnTo>
                    <a:pt x="1425649" y="1557407"/>
                  </a:lnTo>
                  <a:lnTo>
                    <a:pt x="1459617" y="1528164"/>
                  </a:lnTo>
                  <a:lnTo>
                    <a:pt x="1492043" y="1497239"/>
                  </a:lnTo>
                  <a:lnTo>
                    <a:pt x="1522860" y="1464700"/>
                  </a:lnTo>
                  <a:lnTo>
                    <a:pt x="1552001" y="1430612"/>
                  </a:lnTo>
                  <a:lnTo>
                    <a:pt x="1579400" y="1395044"/>
                  </a:lnTo>
                  <a:lnTo>
                    <a:pt x="1604990" y="1358062"/>
                  </a:lnTo>
                  <a:lnTo>
                    <a:pt x="1628704" y="1319733"/>
                  </a:lnTo>
                  <a:lnTo>
                    <a:pt x="1650476" y="1280123"/>
                  </a:lnTo>
                  <a:lnTo>
                    <a:pt x="1670239" y="1239300"/>
                  </a:lnTo>
                  <a:lnTo>
                    <a:pt x="1687926" y="1197331"/>
                  </a:lnTo>
                  <a:lnTo>
                    <a:pt x="1703472" y="1154282"/>
                  </a:lnTo>
                  <a:lnTo>
                    <a:pt x="1716808" y="1110220"/>
                  </a:lnTo>
                  <a:lnTo>
                    <a:pt x="1727870" y="1065213"/>
                  </a:lnTo>
                  <a:lnTo>
                    <a:pt x="1736589" y="1019326"/>
                  </a:lnTo>
                  <a:lnTo>
                    <a:pt x="1742899" y="972628"/>
                  </a:lnTo>
                  <a:lnTo>
                    <a:pt x="1746734" y="925184"/>
                  </a:lnTo>
                  <a:lnTo>
                    <a:pt x="1748027" y="877061"/>
                  </a:lnTo>
                  <a:lnTo>
                    <a:pt x="1746734" y="828940"/>
                  </a:lnTo>
                  <a:lnTo>
                    <a:pt x="1742899" y="781498"/>
                  </a:lnTo>
                  <a:lnTo>
                    <a:pt x="1736589" y="734800"/>
                  </a:lnTo>
                  <a:lnTo>
                    <a:pt x="1727870" y="688914"/>
                  </a:lnTo>
                  <a:lnTo>
                    <a:pt x="1716808" y="643907"/>
                  </a:lnTo>
                  <a:lnTo>
                    <a:pt x="1703472" y="599846"/>
                  </a:lnTo>
                  <a:lnTo>
                    <a:pt x="1687926" y="556797"/>
                  </a:lnTo>
                  <a:lnTo>
                    <a:pt x="1670239" y="514828"/>
                  </a:lnTo>
                  <a:lnTo>
                    <a:pt x="1650476" y="474005"/>
                  </a:lnTo>
                  <a:lnTo>
                    <a:pt x="1628704" y="434396"/>
                  </a:lnTo>
                  <a:lnTo>
                    <a:pt x="1604990" y="396067"/>
                  </a:lnTo>
                  <a:lnTo>
                    <a:pt x="1579400" y="359084"/>
                  </a:lnTo>
                  <a:lnTo>
                    <a:pt x="1552001" y="323516"/>
                  </a:lnTo>
                  <a:lnTo>
                    <a:pt x="1522860" y="289429"/>
                  </a:lnTo>
                  <a:lnTo>
                    <a:pt x="1492043" y="256889"/>
                  </a:lnTo>
                  <a:lnTo>
                    <a:pt x="1459617" y="225964"/>
                  </a:lnTo>
                  <a:lnTo>
                    <a:pt x="1425649" y="196720"/>
                  </a:lnTo>
                  <a:lnTo>
                    <a:pt x="1390204" y="169224"/>
                  </a:lnTo>
                  <a:lnTo>
                    <a:pt x="1353351" y="143544"/>
                  </a:lnTo>
                  <a:lnTo>
                    <a:pt x="1315155" y="119746"/>
                  </a:lnTo>
                  <a:lnTo>
                    <a:pt x="1275683" y="97897"/>
                  </a:lnTo>
                  <a:lnTo>
                    <a:pt x="1235002" y="78064"/>
                  </a:lnTo>
                  <a:lnTo>
                    <a:pt x="1193178" y="60314"/>
                  </a:lnTo>
                  <a:lnTo>
                    <a:pt x="1150278" y="44714"/>
                  </a:lnTo>
                  <a:lnTo>
                    <a:pt x="1106369" y="31330"/>
                  </a:lnTo>
                  <a:lnTo>
                    <a:pt x="1061517" y="20229"/>
                  </a:lnTo>
                  <a:lnTo>
                    <a:pt x="1015789" y="11479"/>
                  </a:lnTo>
                  <a:lnTo>
                    <a:pt x="969251" y="5146"/>
                  </a:lnTo>
                  <a:lnTo>
                    <a:pt x="921970" y="1297"/>
                  </a:lnTo>
                  <a:lnTo>
                    <a:pt x="8740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30867" y="4971287"/>
              <a:ext cx="1508759" cy="151333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284207" y="4986527"/>
              <a:ext cx="1407160" cy="1411605"/>
            </a:xfrm>
            <a:custGeom>
              <a:avLst/>
              <a:gdLst/>
              <a:ahLst/>
              <a:cxnLst/>
              <a:rect l="l" t="t" r="r" b="b"/>
              <a:pathLst>
                <a:path w="1407159" h="1411604">
                  <a:moveTo>
                    <a:pt x="703326" y="0"/>
                  </a:moveTo>
                  <a:lnTo>
                    <a:pt x="655165" y="1628"/>
                  </a:lnTo>
                  <a:lnTo>
                    <a:pt x="607876" y="6442"/>
                  </a:lnTo>
                  <a:lnTo>
                    <a:pt x="561564" y="14338"/>
                  </a:lnTo>
                  <a:lnTo>
                    <a:pt x="516334" y="25209"/>
                  </a:lnTo>
                  <a:lnTo>
                    <a:pt x="472289" y="38951"/>
                  </a:lnTo>
                  <a:lnTo>
                    <a:pt x="429535" y="55459"/>
                  </a:lnTo>
                  <a:lnTo>
                    <a:pt x="388177" y="74627"/>
                  </a:lnTo>
                  <a:lnTo>
                    <a:pt x="348318" y="96350"/>
                  </a:lnTo>
                  <a:lnTo>
                    <a:pt x="310064" y="120523"/>
                  </a:lnTo>
                  <a:lnTo>
                    <a:pt x="273520" y="147042"/>
                  </a:lnTo>
                  <a:lnTo>
                    <a:pt x="238789" y="175800"/>
                  </a:lnTo>
                  <a:lnTo>
                    <a:pt x="205978" y="206692"/>
                  </a:lnTo>
                  <a:lnTo>
                    <a:pt x="175189" y="239614"/>
                  </a:lnTo>
                  <a:lnTo>
                    <a:pt x="146529" y="274460"/>
                  </a:lnTo>
                  <a:lnTo>
                    <a:pt x="120102" y="311125"/>
                  </a:lnTo>
                  <a:lnTo>
                    <a:pt x="96011" y="349504"/>
                  </a:lnTo>
                  <a:lnTo>
                    <a:pt x="74364" y="389491"/>
                  </a:lnTo>
                  <a:lnTo>
                    <a:pt x="55262" y="430982"/>
                  </a:lnTo>
                  <a:lnTo>
                    <a:pt x="38813" y="473871"/>
                  </a:lnTo>
                  <a:lnTo>
                    <a:pt x="25119" y="518054"/>
                  </a:lnTo>
                  <a:lnTo>
                    <a:pt x="14286" y="563424"/>
                  </a:lnTo>
                  <a:lnTo>
                    <a:pt x="6419" y="609877"/>
                  </a:lnTo>
                  <a:lnTo>
                    <a:pt x="1622" y="657308"/>
                  </a:lnTo>
                  <a:lnTo>
                    <a:pt x="0" y="705612"/>
                  </a:lnTo>
                  <a:lnTo>
                    <a:pt x="1622" y="753922"/>
                  </a:lnTo>
                  <a:lnTo>
                    <a:pt x="6419" y="801359"/>
                  </a:lnTo>
                  <a:lnTo>
                    <a:pt x="14286" y="847817"/>
                  </a:lnTo>
                  <a:lnTo>
                    <a:pt x="25119" y="893191"/>
                  </a:lnTo>
                  <a:lnTo>
                    <a:pt x="38813" y="937377"/>
                  </a:lnTo>
                  <a:lnTo>
                    <a:pt x="55262" y="980268"/>
                  </a:lnTo>
                  <a:lnTo>
                    <a:pt x="74364" y="1021760"/>
                  </a:lnTo>
                  <a:lnTo>
                    <a:pt x="96012" y="1061748"/>
                  </a:lnTo>
                  <a:lnTo>
                    <a:pt x="120102" y="1100126"/>
                  </a:lnTo>
                  <a:lnTo>
                    <a:pt x="146529" y="1136790"/>
                  </a:lnTo>
                  <a:lnTo>
                    <a:pt x="175189" y="1171635"/>
                  </a:lnTo>
                  <a:lnTo>
                    <a:pt x="205978" y="1204555"/>
                  </a:lnTo>
                  <a:lnTo>
                    <a:pt x="238789" y="1235445"/>
                  </a:lnTo>
                  <a:lnTo>
                    <a:pt x="273520" y="1264201"/>
                  </a:lnTo>
                  <a:lnTo>
                    <a:pt x="310064" y="1290716"/>
                  </a:lnTo>
                  <a:lnTo>
                    <a:pt x="348318" y="1314887"/>
                  </a:lnTo>
                  <a:lnTo>
                    <a:pt x="388177" y="1336608"/>
                  </a:lnTo>
                  <a:lnTo>
                    <a:pt x="429535" y="1355773"/>
                  </a:lnTo>
                  <a:lnTo>
                    <a:pt x="472289" y="1372278"/>
                  </a:lnTo>
                  <a:lnTo>
                    <a:pt x="516334" y="1386018"/>
                  </a:lnTo>
                  <a:lnTo>
                    <a:pt x="561564" y="1396888"/>
                  </a:lnTo>
                  <a:lnTo>
                    <a:pt x="607876" y="1404782"/>
                  </a:lnTo>
                  <a:lnTo>
                    <a:pt x="655165" y="1409596"/>
                  </a:lnTo>
                  <a:lnTo>
                    <a:pt x="703326" y="1411224"/>
                  </a:lnTo>
                  <a:lnTo>
                    <a:pt x="751486" y="1409596"/>
                  </a:lnTo>
                  <a:lnTo>
                    <a:pt x="798775" y="1404782"/>
                  </a:lnTo>
                  <a:lnTo>
                    <a:pt x="845087" y="1396888"/>
                  </a:lnTo>
                  <a:lnTo>
                    <a:pt x="890317" y="1386018"/>
                  </a:lnTo>
                  <a:lnTo>
                    <a:pt x="934362" y="1372278"/>
                  </a:lnTo>
                  <a:lnTo>
                    <a:pt x="977116" y="1355773"/>
                  </a:lnTo>
                  <a:lnTo>
                    <a:pt x="1018474" y="1336608"/>
                  </a:lnTo>
                  <a:lnTo>
                    <a:pt x="1058333" y="1314887"/>
                  </a:lnTo>
                  <a:lnTo>
                    <a:pt x="1096587" y="1290716"/>
                  </a:lnTo>
                  <a:lnTo>
                    <a:pt x="1133131" y="1264201"/>
                  </a:lnTo>
                  <a:lnTo>
                    <a:pt x="1167862" y="1235445"/>
                  </a:lnTo>
                  <a:lnTo>
                    <a:pt x="1200673" y="1204555"/>
                  </a:lnTo>
                  <a:lnTo>
                    <a:pt x="1231462" y="1171635"/>
                  </a:lnTo>
                  <a:lnTo>
                    <a:pt x="1260122" y="1136790"/>
                  </a:lnTo>
                  <a:lnTo>
                    <a:pt x="1286549" y="1100126"/>
                  </a:lnTo>
                  <a:lnTo>
                    <a:pt x="1310640" y="1061748"/>
                  </a:lnTo>
                  <a:lnTo>
                    <a:pt x="1332287" y="1021760"/>
                  </a:lnTo>
                  <a:lnTo>
                    <a:pt x="1351389" y="980268"/>
                  </a:lnTo>
                  <a:lnTo>
                    <a:pt x="1367838" y="937377"/>
                  </a:lnTo>
                  <a:lnTo>
                    <a:pt x="1381532" y="893191"/>
                  </a:lnTo>
                  <a:lnTo>
                    <a:pt x="1392365" y="847817"/>
                  </a:lnTo>
                  <a:lnTo>
                    <a:pt x="1400232" y="801359"/>
                  </a:lnTo>
                  <a:lnTo>
                    <a:pt x="1405029" y="753922"/>
                  </a:lnTo>
                  <a:lnTo>
                    <a:pt x="1406652" y="705612"/>
                  </a:lnTo>
                  <a:lnTo>
                    <a:pt x="1405029" y="657308"/>
                  </a:lnTo>
                  <a:lnTo>
                    <a:pt x="1400232" y="609877"/>
                  </a:lnTo>
                  <a:lnTo>
                    <a:pt x="1392365" y="563424"/>
                  </a:lnTo>
                  <a:lnTo>
                    <a:pt x="1381532" y="518054"/>
                  </a:lnTo>
                  <a:lnTo>
                    <a:pt x="1367838" y="473871"/>
                  </a:lnTo>
                  <a:lnTo>
                    <a:pt x="1351389" y="430982"/>
                  </a:lnTo>
                  <a:lnTo>
                    <a:pt x="1332287" y="389491"/>
                  </a:lnTo>
                  <a:lnTo>
                    <a:pt x="1310639" y="349504"/>
                  </a:lnTo>
                  <a:lnTo>
                    <a:pt x="1286549" y="311125"/>
                  </a:lnTo>
                  <a:lnTo>
                    <a:pt x="1260122" y="274460"/>
                  </a:lnTo>
                  <a:lnTo>
                    <a:pt x="1231462" y="239614"/>
                  </a:lnTo>
                  <a:lnTo>
                    <a:pt x="1200673" y="206692"/>
                  </a:lnTo>
                  <a:lnTo>
                    <a:pt x="1167862" y="175800"/>
                  </a:lnTo>
                  <a:lnTo>
                    <a:pt x="1133131" y="147042"/>
                  </a:lnTo>
                  <a:lnTo>
                    <a:pt x="1096587" y="120523"/>
                  </a:lnTo>
                  <a:lnTo>
                    <a:pt x="1058333" y="96350"/>
                  </a:lnTo>
                  <a:lnTo>
                    <a:pt x="1018474" y="74627"/>
                  </a:lnTo>
                  <a:lnTo>
                    <a:pt x="977116" y="55459"/>
                  </a:lnTo>
                  <a:lnTo>
                    <a:pt x="934362" y="38951"/>
                  </a:lnTo>
                  <a:lnTo>
                    <a:pt x="890317" y="25209"/>
                  </a:lnTo>
                  <a:lnTo>
                    <a:pt x="845087" y="14338"/>
                  </a:lnTo>
                  <a:lnTo>
                    <a:pt x="798775" y="6442"/>
                  </a:lnTo>
                  <a:lnTo>
                    <a:pt x="751486" y="1628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006A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92995" y="5161787"/>
              <a:ext cx="969263" cy="931163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8979348" y="682751"/>
            <a:ext cx="1823085" cy="1833880"/>
            <a:chOff x="8979348" y="682751"/>
            <a:chExt cx="1823085" cy="1833880"/>
          </a:xfrm>
        </p:grpSpPr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79348" y="685725"/>
              <a:ext cx="1822794" cy="183043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014460" y="682751"/>
              <a:ext cx="1748155" cy="1755775"/>
            </a:xfrm>
            <a:custGeom>
              <a:avLst/>
              <a:gdLst/>
              <a:ahLst/>
              <a:cxnLst/>
              <a:rect l="l" t="t" r="r" b="b"/>
              <a:pathLst>
                <a:path w="1748154" h="1755775">
                  <a:moveTo>
                    <a:pt x="874014" y="0"/>
                  </a:moveTo>
                  <a:lnTo>
                    <a:pt x="826057" y="1299"/>
                  </a:lnTo>
                  <a:lnTo>
                    <a:pt x="778776" y="5151"/>
                  </a:lnTo>
                  <a:lnTo>
                    <a:pt x="732238" y="11490"/>
                  </a:lnTo>
                  <a:lnTo>
                    <a:pt x="686510" y="20249"/>
                  </a:lnTo>
                  <a:lnTo>
                    <a:pt x="641658" y="31360"/>
                  </a:lnTo>
                  <a:lnTo>
                    <a:pt x="597749" y="44756"/>
                  </a:lnTo>
                  <a:lnTo>
                    <a:pt x="554849" y="60372"/>
                  </a:lnTo>
                  <a:lnTo>
                    <a:pt x="513025" y="78138"/>
                  </a:lnTo>
                  <a:lnTo>
                    <a:pt x="472344" y="97990"/>
                  </a:lnTo>
                  <a:lnTo>
                    <a:pt x="432872" y="119859"/>
                  </a:lnTo>
                  <a:lnTo>
                    <a:pt x="394676" y="143679"/>
                  </a:lnTo>
                  <a:lnTo>
                    <a:pt x="357823" y="169383"/>
                  </a:lnTo>
                  <a:lnTo>
                    <a:pt x="322378" y="196903"/>
                  </a:lnTo>
                  <a:lnTo>
                    <a:pt x="288410" y="226174"/>
                  </a:lnTo>
                  <a:lnTo>
                    <a:pt x="255984" y="257127"/>
                  </a:lnTo>
                  <a:lnTo>
                    <a:pt x="225167" y="289696"/>
                  </a:lnTo>
                  <a:lnTo>
                    <a:pt x="196026" y="323814"/>
                  </a:lnTo>
                  <a:lnTo>
                    <a:pt x="168627" y="359414"/>
                  </a:lnTo>
                  <a:lnTo>
                    <a:pt x="143037" y="396428"/>
                  </a:lnTo>
                  <a:lnTo>
                    <a:pt x="119323" y="434791"/>
                  </a:lnTo>
                  <a:lnTo>
                    <a:pt x="97551" y="474435"/>
                  </a:lnTo>
                  <a:lnTo>
                    <a:pt x="77788" y="515293"/>
                  </a:lnTo>
                  <a:lnTo>
                    <a:pt x="60101" y="557297"/>
                  </a:lnTo>
                  <a:lnTo>
                    <a:pt x="44555" y="600382"/>
                  </a:lnTo>
                  <a:lnTo>
                    <a:pt x="31219" y="644480"/>
                  </a:lnTo>
                  <a:lnTo>
                    <a:pt x="20157" y="689525"/>
                  </a:lnTo>
                  <a:lnTo>
                    <a:pt x="11438" y="735448"/>
                  </a:lnTo>
                  <a:lnTo>
                    <a:pt x="5128" y="782184"/>
                  </a:lnTo>
                  <a:lnTo>
                    <a:pt x="1293" y="829664"/>
                  </a:lnTo>
                  <a:lnTo>
                    <a:pt x="0" y="877824"/>
                  </a:lnTo>
                  <a:lnTo>
                    <a:pt x="1293" y="925983"/>
                  </a:lnTo>
                  <a:lnTo>
                    <a:pt x="5128" y="973463"/>
                  </a:lnTo>
                  <a:lnTo>
                    <a:pt x="11438" y="1020199"/>
                  </a:lnTo>
                  <a:lnTo>
                    <a:pt x="20157" y="1066122"/>
                  </a:lnTo>
                  <a:lnTo>
                    <a:pt x="31219" y="1111167"/>
                  </a:lnTo>
                  <a:lnTo>
                    <a:pt x="44555" y="1155265"/>
                  </a:lnTo>
                  <a:lnTo>
                    <a:pt x="60101" y="1198350"/>
                  </a:lnTo>
                  <a:lnTo>
                    <a:pt x="77788" y="1240354"/>
                  </a:lnTo>
                  <a:lnTo>
                    <a:pt x="97551" y="1281212"/>
                  </a:lnTo>
                  <a:lnTo>
                    <a:pt x="119323" y="1320856"/>
                  </a:lnTo>
                  <a:lnTo>
                    <a:pt x="143037" y="1359219"/>
                  </a:lnTo>
                  <a:lnTo>
                    <a:pt x="168627" y="1396233"/>
                  </a:lnTo>
                  <a:lnTo>
                    <a:pt x="196026" y="1431833"/>
                  </a:lnTo>
                  <a:lnTo>
                    <a:pt x="225167" y="1465951"/>
                  </a:lnTo>
                  <a:lnTo>
                    <a:pt x="255984" y="1498520"/>
                  </a:lnTo>
                  <a:lnTo>
                    <a:pt x="288410" y="1529473"/>
                  </a:lnTo>
                  <a:lnTo>
                    <a:pt x="322378" y="1558744"/>
                  </a:lnTo>
                  <a:lnTo>
                    <a:pt x="357823" y="1586264"/>
                  </a:lnTo>
                  <a:lnTo>
                    <a:pt x="394676" y="1611968"/>
                  </a:lnTo>
                  <a:lnTo>
                    <a:pt x="432872" y="1635788"/>
                  </a:lnTo>
                  <a:lnTo>
                    <a:pt x="472344" y="1657657"/>
                  </a:lnTo>
                  <a:lnTo>
                    <a:pt x="513025" y="1677509"/>
                  </a:lnTo>
                  <a:lnTo>
                    <a:pt x="554849" y="1695275"/>
                  </a:lnTo>
                  <a:lnTo>
                    <a:pt x="597749" y="1710891"/>
                  </a:lnTo>
                  <a:lnTo>
                    <a:pt x="641658" y="1724287"/>
                  </a:lnTo>
                  <a:lnTo>
                    <a:pt x="686510" y="1735398"/>
                  </a:lnTo>
                  <a:lnTo>
                    <a:pt x="732238" y="1744157"/>
                  </a:lnTo>
                  <a:lnTo>
                    <a:pt x="778776" y="1750496"/>
                  </a:lnTo>
                  <a:lnTo>
                    <a:pt x="826057" y="1754348"/>
                  </a:lnTo>
                  <a:lnTo>
                    <a:pt x="874014" y="1755648"/>
                  </a:lnTo>
                  <a:lnTo>
                    <a:pt x="921970" y="1754348"/>
                  </a:lnTo>
                  <a:lnTo>
                    <a:pt x="969251" y="1750496"/>
                  </a:lnTo>
                  <a:lnTo>
                    <a:pt x="1015789" y="1744157"/>
                  </a:lnTo>
                  <a:lnTo>
                    <a:pt x="1061517" y="1735398"/>
                  </a:lnTo>
                  <a:lnTo>
                    <a:pt x="1106369" y="1724287"/>
                  </a:lnTo>
                  <a:lnTo>
                    <a:pt x="1150278" y="1710891"/>
                  </a:lnTo>
                  <a:lnTo>
                    <a:pt x="1193178" y="1695275"/>
                  </a:lnTo>
                  <a:lnTo>
                    <a:pt x="1235002" y="1677509"/>
                  </a:lnTo>
                  <a:lnTo>
                    <a:pt x="1275683" y="1657657"/>
                  </a:lnTo>
                  <a:lnTo>
                    <a:pt x="1315155" y="1635788"/>
                  </a:lnTo>
                  <a:lnTo>
                    <a:pt x="1353351" y="1611968"/>
                  </a:lnTo>
                  <a:lnTo>
                    <a:pt x="1390204" y="1586264"/>
                  </a:lnTo>
                  <a:lnTo>
                    <a:pt x="1425649" y="1558744"/>
                  </a:lnTo>
                  <a:lnTo>
                    <a:pt x="1459617" y="1529473"/>
                  </a:lnTo>
                  <a:lnTo>
                    <a:pt x="1492043" y="1498520"/>
                  </a:lnTo>
                  <a:lnTo>
                    <a:pt x="1522860" y="1465951"/>
                  </a:lnTo>
                  <a:lnTo>
                    <a:pt x="1552001" y="1431833"/>
                  </a:lnTo>
                  <a:lnTo>
                    <a:pt x="1579400" y="1396233"/>
                  </a:lnTo>
                  <a:lnTo>
                    <a:pt x="1604990" y="1359219"/>
                  </a:lnTo>
                  <a:lnTo>
                    <a:pt x="1628704" y="1320856"/>
                  </a:lnTo>
                  <a:lnTo>
                    <a:pt x="1650476" y="1281212"/>
                  </a:lnTo>
                  <a:lnTo>
                    <a:pt x="1670239" y="1240354"/>
                  </a:lnTo>
                  <a:lnTo>
                    <a:pt x="1687926" y="1198350"/>
                  </a:lnTo>
                  <a:lnTo>
                    <a:pt x="1703472" y="1155265"/>
                  </a:lnTo>
                  <a:lnTo>
                    <a:pt x="1716808" y="1111167"/>
                  </a:lnTo>
                  <a:lnTo>
                    <a:pt x="1727870" y="1066122"/>
                  </a:lnTo>
                  <a:lnTo>
                    <a:pt x="1736589" y="1020199"/>
                  </a:lnTo>
                  <a:lnTo>
                    <a:pt x="1742899" y="973463"/>
                  </a:lnTo>
                  <a:lnTo>
                    <a:pt x="1746734" y="925983"/>
                  </a:lnTo>
                  <a:lnTo>
                    <a:pt x="1748028" y="877824"/>
                  </a:lnTo>
                  <a:lnTo>
                    <a:pt x="1746734" y="829664"/>
                  </a:lnTo>
                  <a:lnTo>
                    <a:pt x="1742899" y="782184"/>
                  </a:lnTo>
                  <a:lnTo>
                    <a:pt x="1736589" y="735448"/>
                  </a:lnTo>
                  <a:lnTo>
                    <a:pt x="1727870" y="689525"/>
                  </a:lnTo>
                  <a:lnTo>
                    <a:pt x="1716808" y="644480"/>
                  </a:lnTo>
                  <a:lnTo>
                    <a:pt x="1703472" y="600382"/>
                  </a:lnTo>
                  <a:lnTo>
                    <a:pt x="1687926" y="557297"/>
                  </a:lnTo>
                  <a:lnTo>
                    <a:pt x="1670239" y="515293"/>
                  </a:lnTo>
                  <a:lnTo>
                    <a:pt x="1650476" y="474435"/>
                  </a:lnTo>
                  <a:lnTo>
                    <a:pt x="1628704" y="434791"/>
                  </a:lnTo>
                  <a:lnTo>
                    <a:pt x="1604990" y="396428"/>
                  </a:lnTo>
                  <a:lnTo>
                    <a:pt x="1579400" y="359414"/>
                  </a:lnTo>
                  <a:lnTo>
                    <a:pt x="1552001" y="323814"/>
                  </a:lnTo>
                  <a:lnTo>
                    <a:pt x="1522860" y="289696"/>
                  </a:lnTo>
                  <a:lnTo>
                    <a:pt x="1492043" y="257127"/>
                  </a:lnTo>
                  <a:lnTo>
                    <a:pt x="1459617" y="226174"/>
                  </a:lnTo>
                  <a:lnTo>
                    <a:pt x="1425649" y="196903"/>
                  </a:lnTo>
                  <a:lnTo>
                    <a:pt x="1390204" y="169383"/>
                  </a:lnTo>
                  <a:lnTo>
                    <a:pt x="1353351" y="143679"/>
                  </a:lnTo>
                  <a:lnTo>
                    <a:pt x="1315155" y="119859"/>
                  </a:lnTo>
                  <a:lnTo>
                    <a:pt x="1275683" y="97990"/>
                  </a:lnTo>
                  <a:lnTo>
                    <a:pt x="1235002" y="78138"/>
                  </a:lnTo>
                  <a:lnTo>
                    <a:pt x="1193178" y="60372"/>
                  </a:lnTo>
                  <a:lnTo>
                    <a:pt x="1150278" y="44756"/>
                  </a:lnTo>
                  <a:lnTo>
                    <a:pt x="1106369" y="31360"/>
                  </a:lnTo>
                  <a:lnTo>
                    <a:pt x="1061517" y="20249"/>
                  </a:lnTo>
                  <a:lnTo>
                    <a:pt x="1015789" y="11490"/>
                  </a:lnTo>
                  <a:lnTo>
                    <a:pt x="969251" y="5151"/>
                  </a:lnTo>
                  <a:lnTo>
                    <a:pt x="921970" y="1299"/>
                  </a:lnTo>
                  <a:lnTo>
                    <a:pt x="874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31808" y="839723"/>
              <a:ext cx="1508759" cy="151333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185148" y="854963"/>
              <a:ext cx="1407160" cy="1411605"/>
            </a:xfrm>
            <a:custGeom>
              <a:avLst/>
              <a:gdLst/>
              <a:ahLst/>
              <a:cxnLst/>
              <a:rect l="l" t="t" r="r" b="b"/>
              <a:pathLst>
                <a:path w="1407159" h="1411605">
                  <a:moveTo>
                    <a:pt x="703326" y="0"/>
                  </a:moveTo>
                  <a:lnTo>
                    <a:pt x="655165" y="1628"/>
                  </a:lnTo>
                  <a:lnTo>
                    <a:pt x="607876" y="6442"/>
                  </a:lnTo>
                  <a:lnTo>
                    <a:pt x="561564" y="14338"/>
                  </a:lnTo>
                  <a:lnTo>
                    <a:pt x="516334" y="25209"/>
                  </a:lnTo>
                  <a:lnTo>
                    <a:pt x="472289" y="38951"/>
                  </a:lnTo>
                  <a:lnTo>
                    <a:pt x="429535" y="55459"/>
                  </a:lnTo>
                  <a:lnTo>
                    <a:pt x="388177" y="74627"/>
                  </a:lnTo>
                  <a:lnTo>
                    <a:pt x="348318" y="96350"/>
                  </a:lnTo>
                  <a:lnTo>
                    <a:pt x="310064" y="120523"/>
                  </a:lnTo>
                  <a:lnTo>
                    <a:pt x="273520" y="147042"/>
                  </a:lnTo>
                  <a:lnTo>
                    <a:pt x="238789" y="175800"/>
                  </a:lnTo>
                  <a:lnTo>
                    <a:pt x="205978" y="206692"/>
                  </a:lnTo>
                  <a:lnTo>
                    <a:pt x="175189" y="239614"/>
                  </a:lnTo>
                  <a:lnTo>
                    <a:pt x="146529" y="274460"/>
                  </a:lnTo>
                  <a:lnTo>
                    <a:pt x="120102" y="311125"/>
                  </a:lnTo>
                  <a:lnTo>
                    <a:pt x="96011" y="349503"/>
                  </a:lnTo>
                  <a:lnTo>
                    <a:pt x="74364" y="389491"/>
                  </a:lnTo>
                  <a:lnTo>
                    <a:pt x="55262" y="430982"/>
                  </a:lnTo>
                  <a:lnTo>
                    <a:pt x="38813" y="473871"/>
                  </a:lnTo>
                  <a:lnTo>
                    <a:pt x="25119" y="518054"/>
                  </a:lnTo>
                  <a:lnTo>
                    <a:pt x="14286" y="563424"/>
                  </a:lnTo>
                  <a:lnTo>
                    <a:pt x="6419" y="609877"/>
                  </a:lnTo>
                  <a:lnTo>
                    <a:pt x="1622" y="657308"/>
                  </a:lnTo>
                  <a:lnTo>
                    <a:pt x="0" y="705612"/>
                  </a:lnTo>
                  <a:lnTo>
                    <a:pt x="1622" y="753915"/>
                  </a:lnTo>
                  <a:lnTo>
                    <a:pt x="6419" y="801346"/>
                  </a:lnTo>
                  <a:lnTo>
                    <a:pt x="14286" y="847799"/>
                  </a:lnTo>
                  <a:lnTo>
                    <a:pt x="25119" y="893169"/>
                  </a:lnTo>
                  <a:lnTo>
                    <a:pt x="38813" y="937352"/>
                  </a:lnTo>
                  <a:lnTo>
                    <a:pt x="55262" y="980241"/>
                  </a:lnTo>
                  <a:lnTo>
                    <a:pt x="74364" y="1021732"/>
                  </a:lnTo>
                  <a:lnTo>
                    <a:pt x="96012" y="1061720"/>
                  </a:lnTo>
                  <a:lnTo>
                    <a:pt x="120102" y="1100098"/>
                  </a:lnTo>
                  <a:lnTo>
                    <a:pt x="146529" y="1136763"/>
                  </a:lnTo>
                  <a:lnTo>
                    <a:pt x="175189" y="1171609"/>
                  </a:lnTo>
                  <a:lnTo>
                    <a:pt x="205978" y="1204531"/>
                  </a:lnTo>
                  <a:lnTo>
                    <a:pt x="238789" y="1235423"/>
                  </a:lnTo>
                  <a:lnTo>
                    <a:pt x="273520" y="1264181"/>
                  </a:lnTo>
                  <a:lnTo>
                    <a:pt x="310064" y="1290700"/>
                  </a:lnTo>
                  <a:lnTo>
                    <a:pt x="348318" y="1314873"/>
                  </a:lnTo>
                  <a:lnTo>
                    <a:pt x="388177" y="1336596"/>
                  </a:lnTo>
                  <a:lnTo>
                    <a:pt x="429535" y="1355764"/>
                  </a:lnTo>
                  <a:lnTo>
                    <a:pt x="472289" y="1372272"/>
                  </a:lnTo>
                  <a:lnTo>
                    <a:pt x="516334" y="1386014"/>
                  </a:lnTo>
                  <a:lnTo>
                    <a:pt x="561564" y="1396885"/>
                  </a:lnTo>
                  <a:lnTo>
                    <a:pt x="607876" y="1404781"/>
                  </a:lnTo>
                  <a:lnTo>
                    <a:pt x="655165" y="1409595"/>
                  </a:lnTo>
                  <a:lnTo>
                    <a:pt x="703326" y="1411224"/>
                  </a:lnTo>
                  <a:lnTo>
                    <a:pt x="751486" y="1409595"/>
                  </a:lnTo>
                  <a:lnTo>
                    <a:pt x="798775" y="1404781"/>
                  </a:lnTo>
                  <a:lnTo>
                    <a:pt x="845087" y="1396885"/>
                  </a:lnTo>
                  <a:lnTo>
                    <a:pt x="890317" y="1386014"/>
                  </a:lnTo>
                  <a:lnTo>
                    <a:pt x="934362" y="1372272"/>
                  </a:lnTo>
                  <a:lnTo>
                    <a:pt x="977116" y="1355764"/>
                  </a:lnTo>
                  <a:lnTo>
                    <a:pt x="1018474" y="1336596"/>
                  </a:lnTo>
                  <a:lnTo>
                    <a:pt x="1058333" y="1314873"/>
                  </a:lnTo>
                  <a:lnTo>
                    <a:pt x="1096587" y="1290700"/>
                  </a:lnTo>
                  <a:lnTo>
                    <a:pt x="1133131" y="1264181"/>
                  </a:lnTo>
                  <a:lnTo>
                    <a:pt x="1167862" y="1235423"/>
                  </a:lnTo>
                  <a:lnTo>
                    <a:pt x="1200673" y="1204531"/>
                  </a:lnTo>
                  <a:lnTo>
                    <a:pt x="1231462" y="1171609"/>
                  </a:lnTo>
                  <a:lnTo>
                    <a:pt x="1260122" y="1136763"/>
                  </a:lnTo>
                  <a:lnTo>
                    <a:pt x="1286549" y="1100098"/>
                  </a:lnTo>
                  <a:lnTo>
                    <a:pt x="1310640" y="1061720"/>
                  </a:lnTo>
                  <a:lnTo>
                    <a:pt x="1332287" y="1021732"/>
                  </a:lnTo>
                  <a:lnTo>
                    <a:pt x="1351389" y="980241"/>
                  </a:lnTo>
                  <a:lnTo>
                    <a:pt x="1367838" y="937352"/>
                  </a:lnTo>
                  <a:lnTo>
                    <a:pt x="1381532" y="893169"/>
                  </a:lnTo>
                  <a:lnTo>
                    <a:pt x="1392365" y="847799"/>
                  </a:lnTo>
                  <a:lnTo>
                    <a:pt x="1400232" y="801346"/>
                  </a:lnTo>
                  <a:lnTo>
                    <a:pt x="1405029" y="753915"/>
                  </a:lnTo>
                  <a:lnTo>
                    <a:pt x="1406652" y="705612"/>
                  </a:lnTo>
                  <a:lnTo>
                    <a:pt x="1405029" y="657308"/>
                  </a:lnTo>
                  <a:lnTo>
                    <a:pt x="1400232" y="609877"/>
                  </a:lnTo>
                  <a:lnTo>
                    <a:pt x="1392365" y="563424"/>
                  </a:lnTo>
                  <a:lnTo>
                    <a:pt x="1381532" y="518054"/>
                  </a:lnTo>
                  <a:lnTo>
                    <a:pt x="1367838" y="473871"/>
                  </a:lnTo>
                  <a:lnTo>
                    <a:pt x="1351389" y="430982"/>
                  </a:lnTo>
                  <a:lnTo>
                    <a:pt x="1332287" y="389491"/>
                  </a:lnTo>
                  <a:lnTo>
                    <a:pt x="1310639" y="349503"/>
                  </a:lnTo>
                  <a:lnTo>
                    <a:pt x="1286549" y="311125"/>
                  </a:lnTo>
                  <a:lnTo>
                    <a:pt x="1260122" y="274460"/>
                  </a:lnTo>
                  <a:lnTo>
                    <a:pt x="1231462" y="239614"/>
                  </a:lnTo>
                  <a:lnTo>
                    <a:pt x="1200673" y="206692"/>
                  </a:lnTo>
                  <a:lnTo>
                    <a:pt x="1167862" y="175800"/>
                  </a:lnTo>
                  <a:lnTo>
                    <a:pt x="1133131" y="147042"/>
                  </a:lnTo>
                  <a:lnTo>
                    <a:pt x="1096587" y="120523"/>
                  </a:lnTo>
                  <a:lnTo>
                    <a:pt x="1058333" y="96350"/>
                  </a:lnTo>
                  <a:lnTo>
                    <a:pt x="1018474" y="74627"/>
                  </a:lnTo>
                  <a:lnTo>
                    <a:pt x="977116" y="55459"/>
                  </a:lnTo>
                  <a:lnTo>
                    <a:pt x="934362" y="38951"/>
                  </a:lnTo>
                  <a:lnTo>
                    <a:pt x="890317" y="25209"/>
                  </a:lnTo>
                  <a:lnTo>
                    <a:pt x="845087" y="14338"/>
                  </a:lnTo>
                  <a:lnTo>
                    <a:pt x="798775" y="6442"/>
                  </a:lnTo>
                  <a:lnTo>
                    <a:pt x="751486" y="1628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006A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99448" y="1399031"/>
              <a:ext cx="1255776" cy="33832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000493" y="1339087"/>
            <a:ext cx="1655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Web2Py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61942" y="5463032"/>
            <a:ext cx="1670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Tornado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817560" y="2727960"/>
            <a:ext cx="1823085" cy="1831975"/>
            <a:chOff x="3817560" y="2727960"/>
            <a:chExt cx="1823085" cy="1831975"/>
          </a:xfrm>
        </p:grpSpPr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7560" y="2730918"/>
              <a:ext cx="1822794" cy="182893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852672" y="2727960"/>
              <a:ext cx="1748155" cy="1754505"/>
            </a:xfrm>
            <a:custGeom>
              <a:avLst/>
              <a:gdLst/>
              <a:ahLst/>
              <a:cxnLst/>
              <a:rect l="l" t="t" r="r" b="b"/>
              <a:pathLst>
                <a:path w="1748154" h="1754504">
                  <a:moveTo>
                    <a:pt x="874013" y="0"/>
                  </a:moveTo>
                  <a:lnTo>
                    <a:pt x="826057" y="1297"/>
                  </a:lnTo>
                  <a:lnTo>
                    <a:pt x="778776" y="5146"/>
                  </a:lnTo>
                  <a:lnTo>
                    <a:pt x="732238" y="11479"/>
                  </a:lnTo>
                  <a:lnTo>
                    <a:pt x="686510" y="20229"/>
                  </a:lnTo>
                  <a:lnTo>
                    <a:pt x="641658" y="31330"/>
                  </a:lnTo>
                  <a:lnTo>
                    <a:pt x="597749" y="44714"/>
                  </a:lnTo>
                  <a:lnTo>
                    <a:pt x="554849" y="60314"/>
                  </a:lnTo>
                  <a:lnTo>
                    <a:pt x="513025" y="78064"/>
                  </a:lnTo>
                  <a:lnTo>
                    <a:pt x="472344" y="97897"/>
                  </a:lnTo>
                  <a:lnTo>
                    <a:pt x="432872" y="119746"/>
                  </a:lnTo>
                  <a:lnTo>
                    <a:pt x="394676" y="143544"/>
                  </a:lnTo>
                  <a:lnTo>
                    <a:pt x="357823" y="169224"/>
                  </a:lnTo>
                  <a:lnTo>
                    <a:pt x="322378" y="196720"/>
                  </a:lnTo>
                  <a:lnTo>
                    <a:pt x="288410" y="225964"/>
                  </a:lnTo>
                  <a:lnTo>
                    <a:pt x="255984" y="256889"/>
                  </a:lnTo>
                  <a:lnTo>
                    <a:pt x="225167" y="289429"/>
                  </a:lnTo>
                  <a:lnTo>
                    <a:pt x="196026" y="323516"/>
                  </a:lnTo>
                  <a:lnTo>
                    <a:pt x="168627" y="359084"/>
                  </a:lnTo>
                  <a:lnTo>
                    <a:pt x="143037" y="396067"/>
                  </a:lnTo>
                  <a:lnTo>
                    <a:pt x="119323" y="434396"/>
                  </a:lnTo>
                  <a:lnTo>
                    <a:pt x="97551" y="474005"/>
                  </a:lnTo>
                  <a:lnTo>
                    <a:pt x="77788" y="514828"/>
                  </a:lnTo>
                  <a:lnTo>
                    <a:pt x="60101" y="556797"/>
                  </a:lnTo>
                  <a:lnTo>
                    <a:pt x="44555" y="599846"/>
                  </a:lnTo>
                  <a:lnTo>
                    <a:pt x="31219" y="643907"/>
                  </a:lnTo>
                  <a:lnTo>
                    <a:pt x="20157" y="688914"/>
                  </a:lnTo>
                  <a:lnTo>
                    <a:pt x="11438" y="734800"/>
                  </a:lnTo>
                  <a:lnTo>
                    <a:pt x="5128" y="781498"/>
                  </a:lnTo>
                  <a:lnTo>
                    <a:pt x="1293" y="828940"/>
                  </a:lnTo>
                  <a:lnTo>
                    <a:pt x="0" y="877062"/>
                  </a:lnTo>
                  <a:lnTo>
                    <a:pt x="1293" y="925183"/>
                  </a:lnTo>
                  <a:lnTo>
                    <a:pt x="5128" y="972625"/>
                  </a:lnTo>
                  <a:lnTo>
                    <a:pt x="11438" y="1019323"/>
                  </a:lnTo>
                  <a:lnTo>
                    <a:pt x="20157" y="1065209"/>
                  </a:lnTo>
                  <a:lnTo>
                    <a:pt x="31219" y="1110216"/>
                  </a:lnTo>
                  <a:lnTo>
                    <a:pt x="44555" y="1154277"/>
                  </a:lnTo>
                  <a:lnTo>
                    <a:pt x="60101" y="1197326"/>
                  </a:lnTo>
                  <a:lnTo>
                    <a:pt x="77788" y="1239295"/>
                  </a:lnTo>
                  <a:lnTo>
                    <a:pt x="97551" y="1280118"/>
                  </a:lnTo>
                  <a:lnTo>
                    <a:pt x="119323" y="1319727"/>
                  </a:lnTo>
                  <a:lnTo>
                    <a:pt x="143037" y="1358056"/>
                  </a:lnTo>
                  <a:lnTo>
                    <a:pt x="168627" y="1395039"/>
                  </a:lnTo>
                  <a:lnTo>
                    <a:pt x="196026" y="1430607"/>
                  </a:lnTo>
                  <a:lnTo>
                    <a:pt x="225167" y="1464694"/>
                  </a:lnTo>
                  <a:lnTo>
                    <a:pt x="255984" y="1497234"/>
                  </a:lnTo>
                  <a:lnTo>
                    <a:pt x="288410" y="1528159"/>
                  </a:lnTo>
                  <a:lnTo>
                    <a:pt x="322378" y="1557403"/>
                  </a:lnTo>
                  <a:lnTo>
                    <a:pt x="357823" y="1584899"/>
                  </a:lnTo>
                  <a:lnTo>
                    <a:pt x="394676" y="1610579"/>
                  </a:lnTo>
                  <a:lnTo>
                    <a:pt x="432872" y="1634377"/>
                  </a:lnTo>
                  <a:lnTo>
                    <a:pt x="472344" y="1656226"/>
                  </a:lnTo>
                  <a:lnTo>
                    <a:pt x="513025" y="1676059"/>
                  </a:lnTo>
                  <a:lnTo>
                    <a:pt x="554849" y="1693809"/>
                  </a:lnTo>
                  <a:lnTo>
                    <a:pt x="597749" y="1709409"/>
                  </a:lnTo>
                  <a:lnTo>
                    <a:pt x="641658" y="1722793"/>
                  </a:lnTo>
                  <a:lnTo>
                    <a:pt x="686510" y="1733894"/>
                  </a:lnTo>
                  <a:lnTo>
                    <a:pt x="732238" y="1742644"/>
                  </a:lnTo>
                  <a:lnTo>
                    <a:pt x="778776" y="1748977"/>
                  </a:lnTo>
                  <a:lnTo>
                    <a:pt x="826057" y="1752826"/>
                  </a:lnTo>
                  <a:lnTo>
                    <a:pt x="874013" y="1754123"/>
                  </a:lnTo>
                  <a:lnTo>
                    <a:pt x="921970" y="1752826"/>
                  </a:lnTo>
                  <a:lnTo>
                    <a:pt x="969251" y="1748977"/>
                  </a:lnTo>
                  <a:lnTo>
                    <a:pt x="1015789" y="1742644"/>
                  </a:lnTo>
                  <a:lnTo>
                    <a:pt x="1061517" y="1733894"/>
                  </a:lnTo>
                  <a:lnTo>
                    <a:pt x="1106369" y="1722793"/>
                  </a:lnTo>
                  <a:lnTo>
                    <a:pt x="1150278" y="1709409"/>
                  </a:lnTo>
                  <a:lnTo>
                    <a:pt x="1193178" y="1693809"/>
                  </a:lnTo>
                  <a:lnTo>
                    <a:pt x="1235002" y="1676059"/>
                  </a:lnTo>
                  <a:lnTo>
                    <a:pt x="1275683" y="1656226"/>
                  </a:lnTo>
                  <a:lnTo>
                    <a:pt x="1315155" y="1634377"/>
                  </a:lnTo>
                  <a:lnTo>
                    <a:pt x="1353351" y="1610579"/>
                  </a:lnTo>
                  <a:lnTo>
                    <a:pt x="1390204" y="1584899"/>
                  </a:lnTo>
                  <a:lnTo>
                    <a:pt x="1425649" y="1557403"/>
                  </a:lnTo>
                  <a:lnTo>
                    <a:pt x="1459617" y="1528159"/>
                  </a:lnTo>
                  <a:lnTo>
                    <a:pt x="1492043" y="1497234"/>
                  </a:lnTo>
                  <a:lnTo>
                    <a:pt x="1522860" y="1464694"/>
                  </a:lnTo>
                  <a:lnTo>
                    <a:pt x="1552001" y="1430607"/>
                  </a:lnTo>
                  <a:lnTo>
                    <a:pt x="1579400" y="1395039"/>
                  </a:lnTo>
                  <a:lnTo>
                    <a:pt x="1604990" y="1358056"/>
                  </a:lnTo>
                  <a:lnTo>
                    <a:pt x="1628704" y="1319727"/>
                  </a:lnTo>
                  <a:lnTo>
                    <a:pt x="1650476" y="1280118"/>
                  </a:lnTo>
                  <a:lnTo>
                    <a:pt x="1670239" y="1239295"/>
                  </a:lnTo>
                  <a:lnTo>
                    <a:pt x="1687926" y="1197326"/>
                  </a:lnTo>
                  <a:lnTo>
                    <a:pt x="1703472" y="1154277"/>
                  </a:lnTo>
                  <a:lnTo>
                    <a:pt x="1716808" y="1110216"/>
                  </a:lnTo>
                  <a:lnTo>
                    <a:pt x="1727870" y="1065209"/>
                  </a:lnTo>
                  <a:lnTo>
                    <a:pt x="1736589" y="1019323"/>
                  </a:lnTo>
                  <a:lnTo>
                    <a:pt x="1742899" y="972625"/>
                  </a:lnTo>
                  <a:lnTo>
                    <a:pt x="1746734" y="925183"/>
                  </a:lnTo>
                  <a:lnTo>
                    <a:pt x="1748027" y="877062"/>
                  </a:lnTo>
                  <a:lnTo>
                    <a:pt x="1746734" y="828940"/>
                  </a:lnTo>
                  <a:lnTo>
                    <a:pt x="1742899" y="781498"/>
                  </a:lnTo>
                  <a:lnTo>
                    <a:pt x="1736589" y="734800"/>
                  </a:lnTo>
                  <a:lnTo>
                    <a:pt x="1727870" y="688914"/>
                  </a:lnTo>
                  <a:lnTo>
                    <a:pt x="1716808" y="643907"/>
                  </a:lnTo>
                  <a:lnTo>
                    <a:pt x="1703472" y="599846"/>
                  </a:lnTo>
                  <a:lnTo>
                    <a:pt x="1687926" y="556797"/>
                  </a:lnTo>
                  <a:lnTo>
                    <a:pt x="1670239" y="514828"/>
                  </a:lnTo>
                  <a:lnTo>
                    <a:pt x="1650476" y="474005"/>
                  </a:lnTo>
                  <a:lnTo>
                    <a:pt x="1628704" y="434396"/>
                  </a:lnTo>
                  <a:lnTo>
                    <a:pt x="1604990" y="396067"/>
                  </a:lnTo>
                  <a:lnTo>
                    <a:pt x="1579400" y="359084"/>
                  </a:lnTo>
                  <a:lnTo>
                    <a:pt x="1552001" y="323516"/>
                  </a:lnTo>
                  <a:lnTo>
                    <a:pt x="1522860" y="289429"/>
                  </a:lnTo>
                  <a:lnTo>
                    <a:pt x="1492043" y="256889"/>
                  </a:lnTo>
                  <a:lnTo>
                    <a:pt x="1459617" y="225964"/>
                  </a:lnTo>
                  <a:lnTo>
                    <a:pt x="1425649" y="196720"/>
                  </a:lnTo>
                  <a:lnTo>
                    <a:pt x="1390204" y="169224"/>
                  </a:lnTo>
                  <a:lnTo>
                    <a:pt x="1353351" y="143544"/>
                  </a:lnTo>
                  <a:lnTo>
                    <a:pt x="1315155" y="119746"/>
                  </a:lnTo>
                  <a:lnTo>
                    <a:pt x="1275683" y="97897"/>
                  </a:lnTo>
                  <a:lnTo>
                    <a:pt x="1235002" y="78064"/>
                  </a:lnTo>
                  <a:lnTo>
                    <a:pt x="1193178" y="60314"/>
                  </a:lnTo>
                  <a:lnTo>
                    <a:pt x="1150278" y="44714"/>
                  </a:lnTo>
                  <a:lnTo>
                    <a:pt x="1106369" y="31330"/>
                  </a:lnTo>
                  <a:lnTo>
                    <a:pt x="1061517" y="20229"/>
                  </a:lnTo>
                  <a:lnTo>
                    <a:pt x="1015789" y="11479"/>
                  </a:lnTo>
                  <a:lnTo>
                    <a:pt x="969251" y="5146"/>
                  </a:lnTo>
                  <a:lnTo>
                    <a:pt x="921970" y="1297"/>
                  </a:lnTo>
                  <a:lnTo>
                    <a:pt x="8740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70020" y="2884932"/>
              <a:ext cx="1508760" cy="151333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023360" y="2900172"/>
              <a:ext cx="1407160" cy="1411605"/>
            </a:xfrm>
            <a:custGeom>
              <a:avLst/>
              <a:gdLst/>
              <a:ahLst/>
              <a:cxnLst/>
              <a:rect l="l" t="t" r="r" b="b"/>
              <a:pathLst>
                <a:path w="1407160" h="1411604">
                  <a:moveTo>
                    <a:pt x="703326" y="0"/>
                  </a:moveTo>
                  <a:lnTo>
                    <a:pt x="655165" y="1628"/>
                  </a:lnTo>
                  <a:lnTo>
                    <a:pt x="607876" y="6442"/>
                  </a:lnTo>
                  <a:lnTo>
                    <a:pt x="561564" y="14338"/>
                  </a:lnTo>
                  <a:lnTo>
                    <a:pt x="516334" y="25209"/>
                  </a:lnTo>
                  <a:lnTo>
                    <a:pt x="472289" y="38951"/>
                  </a:lnTo>
                  <a:lnTo>
                    <a:pt x="429535" y="55459"/>
                  </a:lnTo>
                  <a:lnTo>
                    <a:pt x="388177" y="74627"/>
                  </a:lnTo>
                  <a:lnTo>
                    <a:pt x="348318" y="96350"/>
                  </a:lnTo>
                  <a:lnTo>
                    <a:pt x="310064" y="120523"/>
                  </a:lnTo>
                  <a:lnTo>
                    <a:pt x="273520" y="147042"/>
                  </a:lnTo>
                  <a:lnTo>
                    <a:pt x="238789" y="175800"/>
                  </a:lnTo>
                  <a:lnTo>
                    <a:pt x="205978" y="206692"/>
                  </a:lnTo>
                  <a:lnTo>
                    <a:pt x="175189" y="239614"/>
                  </a:lnTo>
                  <a:lnTo>
                    <a:pt x="146529" y="274460"/>
                  </a:lnTo>
                  <a:lnTo>
                    <a:pt x="120102" y="311125"/>
                  </a:lnTo>
                  <a:lnTo>
                    <a:pt x="96012" y="349503"/>
                  </a:lnTo>
                  <a:lnTo>
                    <a:pt x="74364" y="389491"/>
                  </a:lnTo>
                  <a:lnTo>
                    <a:pt x="55262" y="430982"/>
                  </a:lnTo>
                  <a:lnTo>
                    <a:pt x="38813" y="473871"/>
                  </a:lnTo>
                  <a:lnTo>
                    <a:pt x="25119" y="518054"/>
                  </a:lnTo>
                  <a:lnTo>
                    <a:pt x="14286" y="563424"/>
                  </a:lnTo>
                  <a:lnTo>
                    <a:pt x="6419" y="609877"/>
                  </a:lnTo>
                  <a:lnTo>
                    <a:pt x="1622" y="657308"/>
                  </a:lnTo>
                  <a:lnTo>
                    <a:pt x="0" y="705612"/>
                  </a:lnTo>
                  <a:lnTo>
                    <a:pt x="1622" y="753915"/>
                  </a:lnTo>
                  <a:lnTo>
                    <a:pt x="6419" y="801346"/>
                  </a:lnTo>
                  <a:lnTo>
                    <a:pt x="14286" y="847799"/>
                  </a:lnTo>
                  <a:lnTo>
                    <a:pt x="25119" y="893169"/>
                  </a:lnTo>
                  <a:lnTo>
                    <a:pt x="38813" y="937352"/>
                  </a:lnTo>
                  <a:lnTo>
                    <a:pt x="55262" y="980241"/>
                  </a:lnTo>
                  <a:lnTo>
                    <a:pt x="74364" y="1021732"/>
                  </a:lnTo>
                  <a:lnTo>
                    <a:pt x="96011" y="1061719"/>
                  </a:lnTo>
                  <a:lnTo>
                    <a:pt x="120102" y="1100098"/>
                  </a:lnTo>
                  <a:lnTo>
                    <a:pt x="146529" y="1136763"/>
                  </a:lnTo>
                  <a:lnTo>
                    <a:pt x="175189" y="1171609"/>
                  </a:lnTo>
                  <a:lnTo>
                    <a:pt x="205978" y="1204531"/>
                  </a:lnTo>
                  <a:lnTo>
                    <a:pt x="238789" y="1235423"/>
                  </a:lnTo>
                  <a:lnTo>
                    <a:pt x="273520" y="1264181"/>
                  </a:lnTo>
                  <a:lnTo>
                    <a:pt x="310064" y="1290700"/>
                  </a:lnTo>
                  <a:lnTo>
                    <a:pt x="348318" y="1314873"/>
                  </a:lnTo>
                  <a:lnTo>
                    <a:pt x="388177" y="1336596"/>
                  </a:lnTo>
                  <a:lnTo>
                    <a:pt x="429535" y="1355764"/>
                  </a:lnTo>
                  <a:lnTo>
                    <a:pt x="472289" y="1372272"/>
                  </a:lnTo>
                  <a:lnTo>
                    <a:pt x="516334" y="1386014"/>
                  </a:lnTo>
                  <a:lnTo>
                    <a:pt x="561564" y="1396885"/>
                  </a:lnTo>
                  <a:lnTo>
                    <a:pt x="607876" y="1404781"/>
                  </a:lnTo>
                  <a:lnTo>
                    <a:pt x="655165" y="1409595"/>
                  </a:lnTo>
                  <a:lnTo>
                    <a:pt x="703326" y="1411223"/>
                  </a:lnTo>
                  <a:lnTo>
                    <a:pt x="751486" y="1409595"/>
                  </a:lnTo>
                  <a:lnTo>
                    <a:pt x="798775" y="1404781"/>
                  </a:lnTo>
                  <a:lnTo>
                    <a:pt x="845087" y="1396885"/>
                  </a:lnTo>
                  <a:lnTo>
                    <a:pt x="890317" y="1386014"/>
                  </a:lnTo>
                  <a:lnTo>
                    <a:pt x="934362" y="1372272"/>
                  </a:lnTo>
                  <a:lnTo>
                    <a:pt x="977116" y="1355764"/>
                  </a:lnTo>
                  <a:lnTo>
                    <a:pt x="1018474" y="1336596"/>
                  </a:lnTo>
                  <a:lnTo>
                    <a:pt x="1058333" y="1314873"/>
                  </a:lnTo>
                  <a:lnTo>
                    <a:pt x="1096587" y="1290700"/>
                  </a:lnTo>
                  <a:lnTo>
                    <a:pt x="1133131" y="1264181"/>
                  </a:lnTo>
                  <a:lnTo>
                    <a:pt x="1167862" y="1235423"/>
                  </a:lnTo>
                  <a:lnTo>
                    <a:pt x="1200673" y="1204531"/>
                  </a:lnTo>
                  <a:lnTo>
                    <a:pt x="1231462" y="1171609"/>
                  </a:lnTo>
                  <a:lnTo>
                    <a:pt x="1260122" y="1136763"/>
                  </a:lnTo>
                  <a:lnTo>
                    <a:pt x="1286549" y="1100098"/>
                  </a:lnTo>
                  <a:lnTo>
                    <a:pt x="1310639" y="1061719"/>
                  </a:lnTo>
                  <a:lnTo>
                    <a:pt x="1332287" y="1021732"/>
                  </a:lnTo>
                  <a:lnTo>
                    <a:pt x="1351389" y="980241"/>
                  </a:lnTo>
                  <a:lnTo>
                    <a:pt x="1367838" y="937352"/>
                  </a:lnTo>
                  <a:lnTo>
                    <a:pt x="1381532" y="893169"/>
                  </a:lnTo>
                  <a:lnTo>
                    <a:pt x="1392365" y="847799"/>
                  </a:lnTo>
                  <a:lnTo>
                    <a:pt x="1400232" y="801346"/>
                  </a:lnTo>
                  <a:lnTo>
                    <a:pt x="1405029" y="753915"/>
                  </a:lnTo>
                  <a:lnTo>
                    <a:pt x="1406652" y="705612"/>
                  </a:lnTo>
                  <a:lnTo>
                    <a:pt x="1405029" y="657308"/>
                  </a:lnTo>
                  <a:lnTo>
                    <a:pt x="1400232" y="609877"/>
                  </a:lnTo>
                  <a:lnTo>
                    <a:pt x="1392365" y="563424"/>
                  </a:lnTo>
                  <a:lnTo>
                    <a:pt x="1381532" y="518054"/>
                  </a:lnTo>
                  <a:lnTo>
                    <a:pt x="1367838" y="473871"/>
                  </a:lnTo>
                  <a:lnTo>
                    <a:pt x="1351389" y="430982"/>
                  </a:lnTo>
                  <a:lnTo>
                    <a:pt x="1332287" y="389491"/>
                  </a:lnTo>
                  <a:lnTo>
                    <a:pt x="1310640" y="349503"/>
                  </a:lnTo>
                  <a:lnTo>
                    <a:pt x="1286549" y="311125"/>
                  </a:lnTo>
                  <a:lnTo>
                    <a:pt x="1260122" y="274460"/>
                  </a:lnTo>
                  <a:lnTo>
                    <a:pt x="1231462" y="239614"/>
                  </a:lnTo>
                  <a:lnTo>
                    <a:pt x="1200673" y="206692"/>
                  </a:lnTo>
                  <a:lnTo>
                    <a:pt x="1167862" y="175800"/>
                  </a:lnTo>
                  <a:lnTo>
                    <a:pt x="1133131" y="147042"/>
                  </a:lnTo>
                  <a:lnTo>
                    <a:pt x="1096587" y="120523"/>
                  </a:lnTo>
                  <a:lnTo>
                    <a:pt x="1058333" y="96350"/>
                  </a:lnTo>
                  <a:lnTo>
                    <a:pt x="1018474" y="74627"/>
                  </a:lnTo>
                  <a:lnTo>
                    <a:pt x="977116" y="55459"/>
                  </a:lnTo>
                  <a:lnTo>
                    <a:pt x="934362" y="38951"/>
                  </a:lnTo>
                  <a:lnTo>
                    <a:pt x="890317" y="25209"/>
                  </a:lnTo>
                  <a:lnTo>
                    <a:pt x="845087" y="14338"/>
                  </a:lnTo>
                  <a:lnTo>
                    <a:pt x="798775" y="6442"/>
                  </a:lnTo>
                  <a:lnTo>
                    <a:pt x="751486" y="1628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006A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20896" y="3246120"/>
              <a:ext cx="449579" cy="88239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291710" y="3342513"/>
            <a:ext cx="1064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CherryPy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674815" y="4728971"/>
            <a:ext cx="1823085" cy="1875155"/>
            <a:chOff x="1674815" y="4728971"/>
            <a:chExt cx="1823085" cy="1875155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4815" y="4731990"/>
              <a:ext cx="1822794" cy="187151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709928" y="4728971"/>
              <a:ext cx="1748155" cy="1797050"/>
            </a:xfrm>
            <a:custGeom>
              <a:avLst/>
              <a:gdLst/>
              <a:ahLst/>
              <a:cxnLst/>
              <a:rect l="l" t="t" r="r" b="b"/>
              <a:pathLst>
                <a:path w="1748154" h="1797050">
                  <a:moveTo>
                    <a:pt x="874014" y="0"/>
                  </a:moveTo>
                  <a:lnTo>
                    <a:pt x="826057" y="1329"/>
                  </a:lnTo>
                  <a:lnTo>
                    <a:pt x="778776" y="5271"/>
                  </a:lnTo>
                  <a:lnTo>
                    <a:pt x="732238" y="11758"/>
                  </a:lnTo>
                  <a:lnTo>
                    <a:pt x="686510" y="20720"/>
                  </a:lnTo>
                  <a:lnTo>
                    <a:pt x="641658" y="32090"/>
                  </a:lnTo>
                  <a:lnTo>
                    <a:pt x="597749" y="45799"/>
                  </a:lnTo>
                  <a:lnTo>
                    <a:pt x="554849" y="61778"/>
                  </a:lnTo>
                  <a:lnTo>
                    <a:pt x="513025" y="79959"/>
                  </a:lnTo>
                  <a:lnTo>
                    <a:pt x="472344" y="100274"/>
                  </a:lnTo>
                  <a:lnTo>
                    <a:pt x="432872" y="122653"/>
                  </a:lnTo>
                  <a:lnTo>
                    <a:pt x="394676" y="147029"/>
                  </a:lnTo>
                  <a:lnTo>
                    <a:pt x="357823" y="173333"/>
                  </a:lnTo>
                  <a:lnTo>
                    <a:pt x="322378" y="201497"/>
                  </a:lnTo>
                  <a:lnTo>
                    <a:pt x="288410" y="231451"/>
                  </a:lnTo>
                  <a:lnTo>
                    <a:pt x="255984" y="263128"/>
                  </a:lnTo>
                  <a:lnTo>
                    <a:pt x="225167" y="296458"/>
                  </a:lnTo>
                  <a:lnTo>
                    <a:pt x="196026" y="331375"/>
                  </a:lnTo>
                  <a:lnTo>
                    <a:pt x="168627" y="367808"/>
                  </a:lnTo>
                  <a:lnTo>
                    <a:pt x="143037" y="405689"/>
                  </a:lnTo>
                  <a:lnTo>
                    <a:pt x="119323" y="444951"/>
                  </a:lnTo>
                  <a:lnTo>
                    <a:pt x="97551" y="485524"/>
                  </a:lnTo>
                  <a:lnTo>
                    <a:pt x="77788" y="527340"/>
                  </a:lnTo>
                  <a:lnTo>
                    <a:pt x="60101" y="570331"/>
                  </a:lnTo>
                  <a:lnTo>
                    <a:pt x="44555" y="614428"/>
                  </a:lnTo>
                  <a:lnTo>
                    <a:pt x="31219" y="659562"/>
                  </a:lnTo>
                  <a:lnTo>
                    <a:pt x="20157" y="705665"/>
                  </a:lnTo>
                  <a:lnTo>
                    <a:pt x="11438" y="752668"/>
                  </a:lnTo>
                  <a:lnTo>
                    <a:pt x="5128" y="800504"/>
                  </a:lnTo>
                  <a:lnTo>
                    <a:pt x="1293" y="849103"/>
                  </a:lnTo>
                  <a:lnTo>
                    <a:pt x="0" y="898397"/>
                  </a:lnTo>
                  <a:lnTo>
                    <a:pt x="1293" y="947691"/>
                  </a:lnTo>
                  <a:lnTo>
                    <a:pt x="5128" y="996289"/>
                  </a:lnTo>
                  <a:lnTo>
                    <a:pt x="11438" y="1044123"/>
                  </a:lnTo>
                  <a:lnTo>
                    <a:pt x="20157" y="1091126"/>
                  </a:lnTo>
                  <a:lnTo>
                    <a:pt x="31219" y="1137229"/>
                  </a:lnTo>
                  <a:lnTo>
                    <a:pt x="44555" y="1182363"/>
                  </a:lnTo>
                  <a:lnTo>
                    <a:pt x="60101" y="1226459"/>
                  </a:lnTo>
                  <a:lnTo>
                    <a:pt x="77788" y="1269449"/>
                  </a:lnTo>
                  <a:lnTo>
                    <a:pt x="97551" y="1311265"/>
                  </a:lnTo>
                  <a:lnTo>
                    <a:pt x="119323" y="1351838"/>
                  </a:lnTo>
                  <a:lnTo>
                    <a:pt x="143037" y="1391100"/>
                  </a:lnTo>
                  <a:lnTo>
                    <a:pt x="168627" y="1428982"/>
                  </a:lnTo>
                  <a:lnTo>
                    <a:pt x="196026" y="1465415"/>
                  </a:lnTo>
                  <a:lnTo>
                    <a:pt x="225167" y="1500332"/>
                  </a:lnTo>
                  <a:lnTo>
                    <a:pt x="255984" y="1533663"/>
                  </a:lnTo>
                  <a:lnTo>
                    <a:pt x="288410" y="1565340"/>
                  </a:lnTo>
                  <a:lnTo>
                    <a:pt x="322378" y="1595294"/>
                  </a:lnTo>
                  <a:lnTo>
                    <a:pt x="357823" y="1623458"/>
                  </a:lnTo>
                  <a:lnTo>
                    <a:pt x="394676" y="1649763"/>
                  </a:lnTo>
                  <a:lnTo>
                    <a:pt x="432872" y="1674139"/>
                  </a:lnTo>
                  <a:lnTo>
                    <a:pt x="472344" y="1696519"/>
                  </a:lnTo>
                  <a:lnTo>
                    <a:pt x="513025" y="1716834"/>
                  </a:lnTo>
                  <a:lnTo>
                    <a:pt x="554849" y="1735015"/>
                  </a:lnTo>
                  <a:lnTo>
                    <a:pt x="597749" y="1750995"/>
                  </a:lnTo>
                  <a:lnTo>
                    <a:pt x="641658" y="1764704"/>
                  </a:lnTo>
                  <a:lnTo>
                    <a:pt x="686510" y="1776074"/>
                  </a:lnTo>
                  <a:lnTo>
                    <a:pt x="732238" y="1785037"/>
                  </a:lnTo>
                  <a:lnTo>
                    <a:pt x="778776" y="1791524"/>
                  </a:lnTo>
                  <a:lnTo>
                    <a:pt x="826057" y="1795466"/>
                  </a:lnTo>
                  <a:lnTo>
                    <a:pt x="874014" y="1796795"/>
                  </a:lnTo>
                  <a:lnTo>
                    <a:pt x="921970" y="1795466"/>
                  </a:lnTo>
                  <a:lnTo>
                    <a:pt x="969251" y="1791524"/>
                  </a:lnTo>
                  <a:lnTo>
                    <a:pt x="1015789" y="1785037"/>
                  </a:lnTo>
                  <a:lnTo>
                    <a:pt x="1061517" y="1776074"/>
                  </a:lnTo>
                  <a:lnTo>
                    <a:pt x="1106369" y="1764704"/>
                  </a:lnTo>
                  <a:lnTo>
                    <a:pt x="1150278" y="1750995"/>
                  </a:lnTo>
                  <a:lnTo>
                    <a:pt x="1193178" y="1735015"/>
                  </a:lnTo>
                  <a:lnTo>
                    <a:pt x="1235002" y="1716834"/>
                  </a:lnTo>
                  <a:lnTo>
                    <a:pt x="1275683" y="1696519"/>
                  </a:lnTo>
                  <a:lnTo>
                    <a:pt x="1315155" y="1674139"/>
                  </a:lnTo>
                  <a:lnTo>
                    <a:pt x="1353351" y="1649763"/>
                  </a:lnTo>
                  <a:lnTo>
                    <a:pt x="1390204" y="1623458"/>
                  </a:lnTo>
                  <a:lnTo>
                    <a:pt x="1425649" y="1595294"/>
                  </a:lnTo>
                  <a:lnTo>
                    <a:pt x="1459617" y="1565340"/>
                  </a:lnTo>
                  <a:lnTo>
                    <a:pt x="1492043" y="1533663"/>
                  </a:lnTo>
                  <a:lnTo>
                    <a:pt x="1522860" y="1500332"/>
                  </a:lnTo>
                  <a:lnTo>
                    <a:pt x="1552001" y="1465415"/>
                  </a:lnTo>
                  <a:lnTo>
                    <a:pt x="1579400" y="1428982"/>
                  </a:lnTo>
                  <a:lnTo>
                    <a:pt x="1604990" y="1391100"/>
                  </a:lnTo>
                  <a:lnTo>
                    <a:pt x="1628704" y="1351838"/>
                  </a:lnTo>
                  <a:lnTo>
                    <a:pt x="1650476" y="1311265"/>
                  </a:lnTo>
                  <a:lnTo>
                    <a:pt x="1670239" y="1269449"/>
                  </a:lnTo>
                  <a:lnTo>
                    <a:pt x="1687926" y="1226459"/>
                  </a:lnTo>
                  <a:lnTo>
                    <a:pt x="1703472" y="1182363"/>
                  </a:lnTo>
                  <a:lnTo>
                    <a:pt x="1716808" y="1137229"/>
                  </a:lnTo>
                  <a:lnTo>
                    <a:pt x="1727870" y="1091126"/>
                  </a:lnTo>
                  <a:lnTo>
                    <a:pt x="1736589" y="1044123"/>
                  </a:lnTo>
                  <a:lnTo>
                    <a:pt x="1742899" y="996289"/>
                  </a:lnTo>
                  <a:lnTo>
                    <a:pt x="1746734" y="947691"/>
                  </a:lnTo>
                  <a:lnTo>
                    <a:pt x="1748027" y="898397"/>
                  </a:lnTo>
                  <a:lnTo>
                    <a:pt x="1746734" y="849103"/>
                  </a:lnTo>
                  <a:lnTo>
                    <a:pt x="1742899" y="800504"/>
                  </a:lnTo>
                  <a:lnTo>
                    <a:pt x="1736589" y="752668"/>
                  </a:lnTo>
                  <a:lnTo>
                    <a:pt x="1727870" y="705665"/>
                  </a:lnTo>
                  <a:lnTo>
                    <a:pt x="1716808" y="659562"/>
                  </a:lnTo>
                  <a:lnTo>
                    <a:pt x="1703472" y="614428"/>
                  </a:lnTo>
                  <a:lnTo>
                    <a:pt x="1687926" y="570331"/>
                  </a:lnTo>
                  <a:lnTo>
                    <a:pt x="1670239" y="527340"/>
                  </a:lnTo>
                  <a:lnTo>
                    <a:pt x="1650476" y="485524"/>
                  </a:lnTo>
                  <a:lnTo>
                    <a:pt x="1628704" y="444951"/>
                  </a:lnTo>
                  <a:lnTo>
                    <a:pt x="1604990" y="405689"/>
                  </a:lnTo>
                  <a:lnTo>
                    <a:pt x="1579400" y="367808"/>
                  </a:lnTo>
                  <a:lnTo>
                    <a:pt x="1552001" y="331375"/>
                  </a:lnTo>
                  <a:lnTo>
                    <a:pt x="1522860" y="296458"/>
                  </a:lnTo>
                  <a:lnTo>
                    <a:pt x="1492043" y="263128"/>
                  </a:lnTo>
                  <a:lnTo>
                    <a:pt x="1459617" y="231451"/>
                  </a:lnTo>
                  <a:lnTo>
                    <a:pt x="1425649" y="201497"/>
                  </a:lnTo>
                  <a:lnTo>
                    <a:pt x="1390204" y="173333"/>
                  </a:lnTo>
                  <a:lnTo>
                    <a:pt x="1353351" y="147029"/>
                  </a:lnTo>
                  <a:lnTo>
                    <a:pt x="1315155" y="122653"/>
                  </a:lnTo>
                  <a:lnTo>
                    <a:pt x="1275683" y="100274"/>
                  </a:lnTo>
                  <a:lnTo>
                    <a:pt x="1235002" y="79959"/>
                  </a:lnTo>
                  <a:lnTo>
                    <a:pt x="1193178" y="61778"/>
                  </a:lnTo>
                  <a:lnTo>
                    <a:pt x="1150278" y="45799"/>
                  </a:lnTo>
                  <a:lnTo>
                    <a:pt x="1106369" y="32090"/>
                  </a:lnTo>
                  <a:lnTo>
                    <a:pt x="1061517" y="20720"/>
                  </a:lnTo>
                  <a:lnTo>
                    <a:pt x="1015789" y="11758"/>
                  </a:lnTo>
                  <a:lnTo>
                    <a:pt x="969251" y="5271"/>
                  </a:lnTo>
                  <a:lnTo>
                    <a:pt x="921970" y="1329"/>
                  </a:lnTo>
                  <a:lnTo>
                    <a:pt x="874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5752" y="4890528"/>
              <a:ext cx="1508760" cy="15453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79092" y="4905755"/>
              <a:ext cx="1407160" cy="1443355"/>
            </a:xfrm>
            <a:custGeom>
              <a:avLst/>
              <a:gdLst/>
              <a:ahLst/>
              <a:cxnLst/>
              <a:rect l="l" t="t" r="r" b="b"/>
              <a:pathLst>
                <a:path w="1407160" h="1443354">
                  <a:moveTo>
                    <a:pt x="703326" y="0"/>
                  </a:moveTo>
                  <a:lnTo>
                    <a:pt x="655165" y="1664"/>
                  </a:lnTo>
                  <a:lnTo>
                    <a:pt x="607876" y="6587"/>
                  </a:lnTo>
                  <a:lnTo>
                    <a:pt x="561564" y="14661"/>
                  </a:lnTo>
                  <a:lnTo>
                    <a:pt x="516334" y="25777"/>
                  </a:lnTo>
                  <a:lnTo>
                    <a:pt x="472289" y="39829"/>
                  </a:lnTo>
                  <a:lnTo>
                    <a:pt x="429535" y="56709"/>
                  </a:lnTo>
                  <a:lnTo>
                    <a:pt x="388177" y="76310"/>
                  </a:lnTo>
                  <a:lnTo>
                    <a:pt x="348318" y="98523"/>
                  </a:lnTo>
                  <a:lnTo>
                    <a:pt x="310064" y="123243"/>
                  </a:lnTo>
                  <a:lnTo>
                    <a:pt x="273520" y="150360"/>
                  </a:lnTo>
                  <a:lnTo>
                    <a:pt x="238789" y="179768"/>
                  </a:lnTo>
                  <a:lnTo>
                    <a:pt x="205978" y="211359"/>
                  </a:lnTo>
                  <a:lnTo>
                    <a:pt x="175189" y="245026"/>
                  </a:lnTo>
                  <a:lnTo>
                    <a:pt x="146529" y="280661"/>
                  </a:lnTo>
                  <a:lnTo>
                    <a:pt x="120102" y="318157"/>
                  </a:lnTo>
                  <a:lnTo>
                    <a:pt x="96012" y="357406"/>
                  </a:lnTo>
                  <a:lnTo>
                    <a:pt x="74364" y="398300"/>
                  </a:lnTo>
                  <a:lnTo>
                    <a:pt x="55262" y="440733"/>
                  </a:lnTo>
                  <a:lnTo>
                    <a:pt x="38813" y="484597"/>
                  </a:lnTo>
                  <a:lnTo>
                    <a:pt x="25119" y="529784"/>
                  </a:lnTo>
                  <a:lnTo>
                    <a:pt x="14286" y="576186"/>
                  </a:lnTo>
                  <a:lnTo>
                    <a:pt x="6419" y="623697"/>
                  </a:lnTo>
                  <a:lnTo>
                    <a:pt x="1622" y="672209"/>
                  </a:lnTo>
                  <a:lnTo>
                    <a:pt x="0" y="721614"/>
                  </a:lnTo>
                  <a:lnTo>
                    <a:pt x="1622" y="771020"/>
                  </a:lnTo>
                  <a:lnTo>
                    <a:pt x="6419" y="819533"/>
                  </a:lnTo>
                  <a:lnTo>
                    <a:pt x="14286" y="867045"/>
                  </a:lnTo>
                  <a:lnTo>
                    <a:pt x="25119" y="913448"/>
                  </a:lnTo>
                  <a:lnTo>
                    <a:pt x="38813" y="958635"/>
                  </a:lnTo>
                  <a:lnTo>
                    <a:pt x="55262" y="1002499"/>
                  </a:lnTo>
                  <a:lnTo>
                    <a:pt x="74364" y="1044932"/>
                  </a:lnTo>
                  <a:lnTo>
                    <a:pt x="96012" y="1085827"/>
                  </a:lnTo>
                  <a:lnTo>
                    <a:pt x="120102" y="1125076"/>
                  </a:lnTo>
                  <a:lnTo>
                    <a:pt x="146529" y="1162571"/>
                  </a:lnTo>
                  <a:lnTo>
                    <a:pt x="175189" y="1198206"/>
                  </a:lnTo>
                  <a:lnTo>
                    <a:pt x="205978" y="1231873"/>
                  </a:lnTo>
                  <a:lnTo>
                    <a:pt x="238789" y="1263463"/>
                  </a:lnTo>
                  <a:lnTo>
                    <a:pt x="273520" y="1292871"/>
                  </a:lnTo>
                  <a:lnTo>
                    <a:pt x="310064" y="1319988"/>
                  </a:lnTo>
                  <a:lnTo>
                    <a:pt x="348318" y="1344707"/>
                  </a:lnTo>
                  <a:lnTo>
                    <a:pt x="388177" y="1366920"/>
                  </a:lnTo>
                  <a:lnTo>
                    <a:pt x="429535" y="1386520"/>
                  </a:lnTo>
                  <a:lnTo>
                    <a:pt x="472289" y="1403399"/>
                  </a:lnTo>
                  <a:lnTo>
                    <a:pt x="516334" y="1417451"/>
                  </a:lnTo>
                  <a:lnTo>
                    <a:pt x="561564" y="1428567"/>
                  </a:lnTo>
                  <a:lnTo>
                    <a:pt x="607876" y="1436640"/>
                  </a:lnTo>
                  <a:lnTo>
                    <a:pt x="655165" y="1441563"/>
                  </a:lnTo>
                  <a:lnTo>
                    <a:pt x="703326" y="1443228"/>
                  </a:lnTo>
                  <a:lnTo>
                    <a:pt x="751486" y="1441563"/>
                  </a:lnTo>
                  <a:lnTo>
                    <a:pt x="798775" y="1436640"/>
                  </a:lnTo>
                  <a:lnTo>
                    <a:pt x="845087" y="1428567"/>
                  </a:lnTo>
                  <a:lnTo>
                    <a:pt x="890317" y="1417451"/>
                  </a:lnTo>
                  <a:lnTo>
                    <a:pt x="934362" y="1403399"/>
                  </a:lnTo>
                  <a:lnTo>
                    <a:pt x="977116" y="1386520"/>
                  </a:lnTo>
                  <a:lnTo>
                    <a:pt x="1018474" y="1366920"/>
                  </a:lnTo>
                  <a:lnTo>
                    <a:pt x="1058333" y="1344707"/>
                  </a:lnTo>
                  <a:lnTo>
                    <a:pt x="1096587" y="1319988"/>
                  </a:lnTo>
                  <a:lnTo>
                    <a:pt x="1133131" y="1292871"/>
                  </a:lnTo>
                  <a:lnTo>
                    <a:pt x="1167862" y="1263463"/>
                  </a:lnTo>
                  <a:lnTo>
                    <a:pt x="1200673" y="1231873"/>
                  </a:lnTo>
                  <a:lnTo>
                    <a:pt x="1231462" y="1198206"/>
                  </a:lnTo>
                  <a:lnTo>
                    <a:pt x="1260122" y="1162571"/>
                  </a:lnTo>
                  <a:lnTo>
                    <a:pt x="1286549" y="1125076"/>
                  </a:lnTo>
                  <a:lnTo>
                    <a:pt x="1310640" y="1085827"/>
                  </a:lnTo>
                  <a:lnTo>
                    <a:pt x="1332287" y="1044932"/>
                  </a:lnTo>
                  <a:lnTo>
                    <a:pt x="1351389" y="1002499"/>
                  </a:lnTo>
                  <a:lnTo>
                    <a:pt x="1367838" y="958635"/>
                  </a:lnTo>
                  <a:lnTo>
                    <a:pt x="1381532" y="913448"/>
                  </a:lnTo>
                  <a:lnTo>
                    <a:pt x="1392365" y="867045"/>
                  </a:lnTo>
                  <a:lnTo>
                    <a:pt x="1400232" y="819533"/>
                  </a:lnTo>
                  <a:lnTo>
                    <a:pt x="1405029" y="771020"/>
                  </a:lnTo>
                  <a:lnTo>
                    <a:pt x="1406652" y="721614"/>
                  </a:lnTo>
                  <a:lnTo>
                    <a:pt x="1405029" y="672209"/>
                  </a:lnTo>
                  <a:lnTo>
                    <a:pt x="1400232" y="623697"/>
                  </a:lnTo>
                  <a:lnTo>
                    <a:pt x="1392365" y="576186"/>
                  </a:lnTo>
                  <a:lnTo>
                    <a:pt x="1381532" y="529784"/>
                  </a:lnTo>
                  <a:lnTo>
                    <a:pt x="1367838" y="484597"/>
                  </a:lnTo>
                  <a:lnTo>
                    <a:pt x="1351389" y="440733"/>
                  </a:lnTo>
                  <a:lnTo>
                    <a:pt x="1332287" y="398300"/>
                  </a:lnTo>
                  <a:lnTo>
                    <a:pt x="1310640" y="357406"/>
                  </a:lnTo>
                  <a:lnTo>
                    <a:pt x="1286549" y="318157"/>
                  </a:lnTo>
                  <a:lnTo>
                    <a:pt x="1260122" y="280661"/>
                  </a:lnTo>
                  <a:lnTo>
                    <a:pt x="1231462" y="245026"/>
                  </a:lnTo>
                  <a:lnTo>
                    <a:pt x="1200673" y="211359"/>
                  </a:lnTo>
                  <a:lnTo>
                    <a:pt x="1167862" y="179768"/>
                  </a:lnTo>
                  <a:lnTo>
                    <a:pt x="1133131" y="150360"/>
                  </a:lnTo>
                  <a:lnTo>
                    <a:pt x="1096587" y="123243"/>
                  </a:lnTo>
                  <a:lnTo>
                    <a:pt x="1058333" y="98523"/>
                  </a:lnTo>
                  <a:lnTo>
                    <a:pt x="1018474" y="76310"/>
                  </a:lnTo>
                  <a:lnTo>
                    <a:pt x="977116" y="56709"/>
                  </a:lnTo>
                  <a:lnTo>
                    <a:pt x="934362" y="39829"/>
                  </a:lnTo>
                  <a:lnTo>
                    <a:pt x="890317" y="25777"/>
                  </a:lnTo>
                  <a:lnTo>
                    <a:pt x="845087" y="14661"/>
                  </a:lnTo>
                  <a:lnTo>
                    <a:pt x="798775" y="6587"/>
                  </a:lnTo>
                  <a:lnTo>
                    <a:pt x="751486" y="1664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FDA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18716" y="4986527"/>
              <a:ext cx="1264920" cy="12649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92700" y="5559044"/>
            <a:ext cx="2000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CubicWeb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8454" y="2052066"/>
            <a:ext cx="1219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Bottle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14439" y="1392936"/>
            <a:ext cx="1823085" cy="1875155"/>
            <a:chOff x="1714439" y="1392936"/>
            <a:chExt cx="1823085" cy="1875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4439" y="1395954"/>
              <a:ext cx="1822794" cy="18715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49551" y="1392936"/>
              <a:ext cx="1748155" cy="1797050"/>
            </a:xfrm>
            <a:custGeom>
              <a:avLst/>
              <a:gdLst/>
              <a:ahLst/>
              <a:cxnLst/>
              <a:rect l="l" t="t" r="r" b="b"/>
              <a:pathLst>
                <a:path w="1748154" h="1797050">
                  <a:moveTo>
                    <a:pt x="874014" y="0"/>
                  </a:moveTo>
                  <a:lnTo>
                    <a:pt x="826057" y="1329"/>
                  </a:lnTo>
                  <a:lnTo>
                    <a:pt x="778776" y="5271"/>
                  </a:lnTo>
                  <a:lnTo>
                    <a:pt x="732238" y="11758"/>
                  </a:lnTo>
                  <a:lnTo>
                    <a:pt x="686510" y="20720"/>
                  </a:lnTo>
                  <a:lnTo>
                    <a:pt x="641658" y="32090"/>
                  </a:lnTo>
                  <a:lnTo>
                    <a:pt x="597749" y="45799"/>
                  </a:lnTo>
                  <a:lnTo>
                    <a:pt x="554849" y="61778"/>
                  </a:lnTo>
                  <a:lnTo>
                    <a:pt x="513025" y="79959"/>
                  </a:lnTo>
                  <a:lnTo>
                    <a:pt x="472344" y="100274"/>
                  </a:lnTo>
                  <a:lnTo>
                    <a:pt x="432872" y="122653"/>
                  </a:lnTo>
                  <a:lnTo>
                    <a:pt x="394676" y="147029"/>
                  </a:lnTo>
                  <a:lnTo>
                    <a:pt x="357823" y="173333"/>
                  </a:lnTo>
                  <a:lnTo>
                    <a:pt x="322378" y="201497"/>
                  </a:lnTo>
                  <a:lnTo>
                    <a:pt x="288410" y="231451"/>
                  </a:lnTo>
                  <a:lnTo>
                    <a:pt x="255984" y="263128"/>
                  </a:lnTo>
                  <a:lnTo>
                    <a:pt x="225167" y="296458"/>
                  </a:lnTo>
                  <a:lnTo>
                    <a:pt x="196026" y="331375"/>
                  </a:lnTo>
                  <a:lnTo>
                    <a:pt x="168627" y="367808"/>
                  </a:lnTo>
                  <a:lnTo>
                    <a:pt x="143037" y="405689"/>
                  </a:lnTo>
                  <a:lnTo>
                    <a:pt x="119323" y="444951"/>
                  </a:lnTo>
                  <a:lnTo>
                    <a:pt x="97551" y="485524"/>
                  </a:lnTo>
                  <a:lnTo>
                    <a:pt x="77788" y="527340"/>
                  </a:lnTo>
                  <a:lnTo>
                    <a:pt x="60101" y="570331"/>
                  </a:lnTo>
                  <a:lnTo>
                    <a:pt x="44555" y="614428"/>
                  </a:lnTo>
                  <a:lnTo>
                    <a:pt x="31219" y="659562"/>
                  </a:lnTo>
                  <a:lnTo>
                    <a:pt x="20157" y="705665"/>
                  </a:lnTo>
                  <a:lnTo>
                    <a:pt x="11438" y="752668"/>
                  </a:lnTo>
                  <a:lnTo>
                    <a:pt x="5128" y="800504"/>
                  </a:lnTo>
                  <a:lnTo>
                    <a:pt x="1293" y="849103"/>
                  </a:lnTo>
                  <a:lnTo>
                    <a:pt x="0" y="898398"/>
                  </a:lnTo>
                  <a:lnTo>
                    <a:pt x="1293" y="947692"/>
                  </a:lnTo>
                  <a:lnTo>
                    <a:pt x="5128" y="996291"/>
                  </a:lnTo>
                  <a:lnTo>
                    <a:pt x="11438" y="1044127"/>
                  </a:lnTo>
                  <a:lnTo>
                    <a:pt x="20157" y="1091130"/>
                  </a:lnTo>
                  <a:lnTo>
                    <a:pt x="31219" y="1137233"/>
                  </a:lnTo>
                  <a:lnTo>
                    <a:pt x="44555" y="1182367"/>
                  </a:lnTo>
                  <a:lnTo>
                    <a:pt x="60101" y="1226464"/>
                  </a:lnTo>
                  <a:lnTo>
                    <a:pt x="77788" y="1269455"/>
                  </a:lnTo>
                  <a:lnTo>
                    <a:pt x="97551" y="1311271"/>
                  </a:lnTo>
                  <a:lnTo>
                    <a:pt x="119323" y="1351844"/>
                  </a:lnTo>
                  <a:lnTo>
                    <a:pt x="143037" y="1391106"/>
                  </a:lnTo>
                  <a:lnTo>
                    <a:pt x="168627" y="1428987"/>
                  </a:lnTo>
                  <a:lnTo>
                    <a:pt x="196026" y="1465420"/>
                  </a:lnTo>
                  <a:lnTo>
                    <a:pt x="225167" y="1500337"/>
                  </a:lnTo>
                  <a:lnTo>
                    <a:pt x="255984" y="1533667"/>
                  </a:lnTo>
                  <a:lnTo>
                    <a:pt x="288410" y="1565344"/>
                  </a:lnTo>
                  <a:lnTo>
                    <a:pt x="322378" y="1595298"/>
                  </a:lnTo>
                  <a:lnTo>
                    <a:pt x="357823" y="1623462"/>
                  </a:lnTo>
                  <a:lnTo>
                    <a:pt x="394676" y="1649766"/>
                  </a:lnTo>
                  <a:lnTo>
                    <a:pt x="432872" y="1674142"/>
                  </a:lnTo>
                  <a:lnTo>
                    <a:pt x="472344" y="1696521"/>
                  </a:lnTo>
                  <a:lnTo>
                    <a:pt x="513025" y="1716836"/>
                  </a:lnTo>
                  <a:lnTo>
                    <a:pt x="554849" y="1735017"/>
                  </a:lnTo>
                  <a:lnTo>
                    <a:pt x="597749" y="1750996"/>
                  </a:lnTo>
                  <a:lnTo>
                    <a:pt x="641658" y="1764705"/>
                  </a:lnTo>
                  <a:lnTo>
                    <a:pt x="686510" y="1776075"/>
                  </a:lnTo>
                  <a:lnTo>
                    <a:pt x="732238" y="1785037"/>
                  </a:lnTo>
                  <a:lnTo>
                    <a:pt x="778776" y="1791524"/>
                  </a:lnTo>
                  <a:lnTo>
                    <a:pt x="826057" y="1795466"/>
                  </a:lnTo>
                  <a:lnTo>
                    <a:pt x="874014" y="1796796"/>
                  </a:lnTo>
                  <a:lnTo>
                    <a:pt x="921970" y="1795466"/>
                  </a:lnTo>
                  <a:lnTo>
                    <a:pt x="969251" y="1791524"/>
                  </a:lnTo>
                  <a:lnTo>
                    <a:pt x="1015789" y="1785037"/>
                  </a:lnTo>
                  <a:lnTo>
                    <a:pt x="1061517" y="1776075"/>
                  </a:lnTo>
                  <a:lnTo>
                    <a:pt x="1106369" y="1764705"/>
                  </a:lnTo>
                  <a:lnTo>
                    <a:pt x="1150278" y="1750996"/>
                  </a:lnTo>
                  <a:lnTo>
                    <a:pt x="1193178" y="1735017"/>
                  </a:lnTo>
                  <a:lnTo>
                    <a:pt x="1235002" y="1716836"/>
                  </a:lnTo>
                  <a:lnTo>
                    <a:pt x="1275683" y="1696521"/>
                  </a:lnTo>
                  <a:lnTo>
                    <a:pt x="1315155" y="1674142"/>
                  </a:lnTo>
                  <a:lnTo>
                    <a:pt x="1353351" y="1649766"/>
                  </a:lnTo>
                  <a:lnTo>
                    <a:pt x="1390204" y="1623462"/>
                  </a:lnTo>
                  <a:lnTo>
                    <a:pt x="1425649" y="1595298"/>
                  </a:lnTo>
                  <a:lnTo>
                    <a:pt x="1459617" y="1565344"/>
                  </a:lnTo>
                  <a:lnTo>
                    <a:pt x="1492043" y="1533667"/>
                  </a:lnTo>
                  <a:lnTo>
                    <a:pt x="1522860" y="1500337"/>
                  </a:lnTo>
                  <a:lnTo>
                    <a:pt x="1552001" y="1465420"/>
                  </a:lnTo>
                  <a:lnTo>
                    <a:pt x="1579400" y="1428987"/>
                  </a:lnTo>
                  <a:lnTo>
                    <a:pt x="1604990" y="1391106"/>
                  </a:lnTo>
                  <a:lnTo>
                    <a:pt x="1628704" y="1351844"/>
                  </a:lnTo>
                  <a:lnTo>
                    <a:pt x="1650476" y="1311271"/>
                  </a:lnTo>
                  <a:lnTo>
                    <a:pt x="1670239" y="1269455"/>
                  </a:lnTo>
                  <a:lnTo>
                    <a:pt x="1687926" y="1226464"/>
                  </a:lnTo>
                  <a:lnTo>
                    <a:pt x="1703472" y="1182367"/>
                  </a:lnTo>
                  <a:lnTo>
                    <a:pt x="1716808" y="1137233"/>
                  </a:lnTo>
                  <a:lnTo>
                    <a:pt x="1727870" y="1091130"/>
                  </a:lnTo>
                  <a:lnTo>
                    <a:pt x="1736589" y="1044127"/>
                  </a:lnTo>
                  <a:lnTo>
                    <a:pt x="1742899" y="996291"/>
                  </a:lnTo>
                  <a:lnTo>
                    <a:pt x="1746734" y="947692"/>
                  </a:lnTo>
                  <a:lnTo>
                    <a:pt x="1748027" y="898398"/>
                  </a:lnTo>
                  <a:lnTo>
                    <a:pt x="1746734" y="849103"/>
                  </a:lnTo>
                  <a:lnTo>
                    <a:pt x="1742899" y="800504"/>
                  </a:lnTo>
                  <a:lnTo>
                    <a:pt x="1736589" y="752668"/>
                  </a:lnTo>
                  <a:lnTo>
                    <a:pt x="1727870" y="705665"/>
                  </a:lnTo>
                  <a:lnTo>
                    <a:pt x="1716808" y="659562"/>
                  </a:lnTo>
                  <a:lnTo>
                    <a:pt x="1703472" y="614428"/>
                  </a:lnTo>
                  <a:lnTo>
                    <a:pt x="1687926" y="570331"/>
                  </a:lnTo>
                  <a:lnTo>
                    <a:pt x="1670239" y="527340"/>
                  </a:lnTo>
                  <a:lnTo>
                    <a:pt x="1650476" y="485524"/>
                  </a:lnTo>
                  <a:lnTo>
                    <a:pt x="1628704" y="444951"/>
                  </a:lnTo>
                  <a:lnTo>
                    <a:pt x="1604990" y="405689"/>
                  </a:lnTo>
                  <a:lnTo>
                    <a:pt x="1579400" y="367808"/>
                  </a:lnTo>
                  <a:lnTo>
                    <a:pt x="1552001" y="331375"/>
                  </a:lnTo>
                  <a:lnTo>
                    <a:pt x="1522860" y="296458"/>
                  </a:lnTo>
                  <a:lnTo>
                    <a:pt x="1492043" y="263128"/>
                  </a:lnTo>
                  <a:lnTo>
                    <a:pt x="1459617" y="231451"/>
                  </a:lnTo>
                  <a:lnTo>
                    <a:pt x="1425649" y="201497"/>
                  </a:lnTo>
                  <a:lnTo>
                    <a:pt x="1390204" y="173333"/>
                  </a:lnTo>
                  <a:lnTo>
                    <a:pt x="1353351" y="147029"/>
                  </a:lnTo>
                  <a:lnTo>
                    <a:pt x="1315155" y="122653"/>
                  </a:lnTo>
                  <a:lnTo>
                    <a:pt x="1275683" y="100274"/>
                  </a:lnTo>
                  <a:lnTo>
                    <a:pt x="1235002" y="79959"/>
                  </a:lnTo>
                  <a:lnTo>
                    <a:pt x="1193178" y="61778"/>
                  </a:lnTo>
                  <a:lnTo>
                    <a:pt x="1150278" y="45799"/>
                  </a:lnTo>
                  <a:lnTo>
                    <a:pt x="1106369" y="32090"/>
                  </a:lnTo>
                  <a:lnTo>
                    <a:pt x="1061517" y="20720"/>
                  </a:lnTo>
                  <a:lnTo>
                    <a:pt x="1015789" y="11758"/>
                  </a:lnTo>
                  <a:lnTo>
                    <a:pt x="969251" y="5271"/>
                  </a:lnTo>
                  <a:lnTo>
                    <a:pt x="921970" y="1329"/>
                  </a:lnTo>
                  <a:lnTo>
                    <a:pt x="874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5375" y="1554480"/>
              <a:ext cx="1508760" cy="15453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18715" y="1569720"/>
              <a:ext cx="1407160" cy="1443355"/>
            </a:xfrm>
            <a:custGeom>
              <a:avLst/>
              <a:gdLst/>
              <a:ahLst/>
              <a:cxnLst/>
              <a:rect l="l" t="t" r="r" b="b"/>
              <a:pathLst>
                <a:path w="1407160" h="1443355">
                  <a:moveTo>
                    <a:pt x="703326" y="0"/>
                  </a:moveTo>
                  <a:lnTo>
                    <a:pt x="655165" y="1664"/>
                  </a:lnTo>
                  <a:lnTo>
                    <a:pt x="607876" y="6587"/>
                  </a:lnTo>
                  <a:lnTo>
                    <a:pt x="561564" y="14661"/>
                  </a:lnTo>
                  <a:lnTo>
                    <a:pt x="516334" y="25777"/>
                  </a:lnTo>
                  <a:lnTo>
                    <a:pt x="472289" y="39829"/>
                  </a:lnTo>
                  <a:lnTo>
                    <a:pt x="429535" y="56709"/>
                  </a:lnTo>
                  <a:lnTo>
                    <a:pt x="388177" y="76310"/>
                  </a:lnTo>
                  <a:lnTo>
                    <a:pt x="348318" y="98523"/>
                  </a:lnTo>
                  <a:lnTo>
                    <a:pt x="310064" y="123243"/>
                  </a:lnTo>
                  <a:lnTo>
                    <a:pt x="273520" y="150360"/>
                  </a:lnTo>
                  <a:lnTo>
                    <a:pt x="238789" y="179768"/>
                  </a:lnTo>
                  <a:lnTo>
                    <a:pt x="205978" y="211359"/>
                  </a:lnTo>
                  <a:lnTo>
                    <a:pt x="175189" y="245026"/>
                  </a:lnTo>
                  <a:lnTo>
                    <a:pt x="146529" y="280661"/>
                  </a:lnTo>
                  <a:lnTo>
                    <a:pt x="120102" y="318157"/>
                  </a:lnTo>
                  <a:lnTo>
                    <a:pt x="96012" y="357406"/>
                  </a:lnTo>
                  <a:lnTo>
                    <a:pt x="74364" y="398300"/>
                  </a:lnTo>
                  <a:lnTo>
                    <a:pt x="55262" y="440733"/>
                  </a:lnTo>
                  <a:lnTo>
                    <a:pt x="38813" y="484597"/>
                  </a:lnTo>
                  <a:lnTo>
                    <a:pt x="25119" y="529784"/>
                  </a:lnTo>
                  <a:lnTo>
                    <a:pt x="14286" y="576186"/>
                  </a:lnTo>
                  <a:lnTo>
                    <a:pt x="6419" y="623697"/>
                  </a:lnTo>
                  <a:lnTo>
                    <a:pt x="1622" y="672209"/>
                  </a:lnTo>
                  <a:lnTo>
                    <a:pt x="0" y="721613"/>
                  </a:lnTo>
                  <a:lnTo>
                    <a:pt x="1622" y="771018"/>
                  </a:lnTo>
                  <a:lnTo>
                    <a:pt x="6419" y="819530"/>
                  </a:lnTo>
                  <a:lnTo>
                    <a:pt x="14286" y="867041"/>
                  </a:lnTo>
                  <a:lnTo>
                    <a:pt x="25119" y="913443"/>
                  </a:lnTo>
                  <a:lnTo>
                    <a:pt x="38813" y="958630"/>
                  </a:lnTo>
                  <a:lnTo>
                    <a:pt x="55262" y="1002494"/>
                  </a:lnTo>
                  <a:lnTo>
                    <a:pt x="74364" y="1044927"/>
                  </a:lnTo>
                  <a:lnTo>
                    <a:pt x="96012" y="1085821"/>
                  </a:lnTo>
                  <a:lnTo>
                    <a:pt x="120102" y="1125070"/>
                  </a:lnTo>
                  <a:lnTo>
                    <a:pt x="146529" y="1162566"/>
                  </a:lnTo>
                  <a:lnTo>
                    <a:pt x="175189" y="1198201"/>
                  </a:lnTo>
                  <a:lnTo>
                    <a:pt x="205978" y="1231868"/>
                  </a:lnTo>
                  <a:lnTo>
                    <a:pt x="238789" y="1263459"/>
                  </a:lnTo>
                  <a:lnTo>
                    <a:pt x="273520" y="1292867"/>
                  </a:lnTo>
                  <a:lnTo>
                    <a:pt x="310064" y="1319984"/>
                  </a:lnTo>
                  <a:lnTo>
                    <a:pt x="348318" y="1344704"/>
                  </a:lnTo>
                  <a:lnTo>
                    <a:pt x="388177" y="1366917"/>
                  </a:lnTo>
                  <a:lnTo>
                    <a:pt x="429535" y="1386518"/>
                  </a:lnTo>
                  <a:lnTo>
                    <a:pt x="472289" y="1403398"/>
                  </a:lnTo>
                  <a:lnTo>
                    <a:pt x="516334" y="1417450"/>
                  </a:lnTo>
                  <a:lnTo>
                    <a:pt x="561564" y="1428566"/>
                  </a:lnTo>
                  <a:lnTo>
                    <a:pt x="607876" y="1436640"/>
                  </a:lnTo>
                  <a:lnTo>
                    <a:pt x="655165" y="1441563"/>
                  </a:lnTo>
                  <a:lnTo>
                    <a:pt x="703326" y="1443227"/>
                  </a:lnTo>
                  <a:lnTo>
                    <a:pt x="751486" y="1441563"/>
                  </a:lnTo>
                  <a:lnTo>
                    <a:pt x="798775" y="1436640"/>
                  </a:lnTo>
                  <a:lnTo>
                    <a:pt x="845087" y="1428566"/>
                  </a:lnTo>
                  <a:lnTo>
                    <a:pt x="890317" y="1417450"/>
                  </a:lnTo>
                  <a:lnTo>
                    <a:pt x="934362" y="1403398"/>
                  </a:lnTo>
                  <a:lnTo>
                    <a:pt x="977116" y="1386518"/>
                  </a:lnTo>
                  <a:lnTo>
                    <a:pt x="1018474" y="1366917"/>
                  </a:lnTo>
                  <a:lnTo>
                    <a:pt x="1058333" y="1344704"/>
                  </a:lnTo>
                  <a:lnTo>
                    <a:pt x="1096587" y="1319984"/>
                  </a:lnTo>
                  <a:lnTo>
                    <a:pt x="1133131" y="1292867"/>
                  </a:lnTo>
                  <a:lnTo>
                    <a:pt x="1167862" y="1263459"/>
                  </a:lnTo>
                  <a:lnTo>
                    <a:pt x="1200673" y="1231868"/>
                  </a:lnTo>
                  <a:lnTo>
                    <a:pt x="1231462" y="1198201"/>
                  </a:lnTo>
                  <a:lnTo>
                    <a:pt x="1260122" y="1162566"/>
                  </a:lnTo>
                  <a:lnTo>
                    <a:pt x="1286549" y="1125070"/>
                  </a:lnTo>
                  <a:lnTo>
                    <a:pt x="1310639" y="1085821"/>
                  </a:lnTo>
                  <a:lnTo>
                    <a:pt x="1332287" y="1044927"/>
                  </a:lnTo>
                  <a:lnTo>
                    <a:pt x="1351389" y="1002494"/>
                  </a:lnTo>
                  <a:lnTo>
                    <a:pt x="1367838" y="958630"/>
                  </a:lnTo>
                  <a:lnTo>
                    <a:pt x="1381532" y="913443"/>
                  </a:lnTo>
                  <a:lnTo>
                    <a:pt x="1392365" y="867041"/>
                  </a:lnTo>
                  <a:lnTo>
                    <a:pt x="1400232" y="819530"/>
                  </a:lnTo>
                  <a:lnTo>
                    <a:pt x="1405029" y="771018"/>
                  </a:lnTo>
                  <a:lnTo>
                    <a:pt x="1406651" y="721613"/>
                  </a:lnTo>
                  <a:lnTo>
                    <a:pt x="1405029" y="672209"/>
                  </a:lnTo>
                  <a:lnTo>
                    <a:pt x="1400232" y="623697"/>
                  </a:lnTo>
                  <a:lnTo>
                    <a:pt x="1392365" y="576186"/>
                  </a:lnTo>
                  <a:lnTo>
                    <a:pt x="1381532" y="529784"/>
                  </a:lnTo>
                  <a:lnTo>
                    <a:pt x="1367838" y="484597"/>
                  </a:lnTo>
                  <a:lnTo>
                    <a:pt x="1351389" y="440733"/>
                  </a:lnTo>
                  <a:lnTo>
                    <a:pt x="1332287" y="398300"/>
                  </a:lnTo>
                  <a:lnTo>
                    <a:pt x="1310639" y="357406"/>
                  </a:lnTo>
                  <a:lnTo>
                    <a:pt x="1286549" y="318157"/>
                  </a:lnTo>
                  <a:lnTo>
                    <a:pt x="1260122" y="280661"/>
                  </a:lnTo>
                  <a:lnTo>
                    <a:pt x="1231462" y="245026"/>
                  </a:lnTo>
                  <a:lnTo>
                    <a:pt x="1200673" y="211359"/>
                  </a:lnTo>
                  <a:lnTo>
                    <a:pt x="1167862" y="179768"/>
                  </a:lnTo>
                  <a:lnTo>
                    <a:pt x="1133131" y="150360"/>
                  </a:lnTo>
                  <a:lnTo>
                    <a:pt x="1096587" y="123243"/>
                  </a:lnTo>
                  <a:lnTo>
                    <a:pt x="1058333" y="98523"/>
                  </a:lnTo>
                  <a:lnTo>
                    <a:pt x="1018474" y="76310"/>
                  </a:lnTo>
                  <a:lnTo>
                    <a:pt x="977116" y="56709"/>
                  </a:lnTo>
                  <a:lnTo>
                    <a:pt x="934362" y="39829"/>
                  </a:lnTo>
                  <a:lnTo>
                    <a:pt x="890317" y="25777"/>
                  </a:lnTo>
                  <a:lnTo>
                    <a:pt x="845087" y="14661"/>
                  </a:lnTo>
                  <a:lnTo>
                    <a:pt x="798775" y="6587"/>
                  </a:lnTo>
                  <a:lnTo>
                    <a:pt x="751486" y="1664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FDA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8443" y="2010155"/>
              <a:ext cx="1168908" cy="72694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186126" y="3614928"/>
            <a:ext cx="1824355" cy="1833880"/>
            <a:chOff x="5186126" y="3614928"/>
            <a:chExt cx="1824355" cy="183388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6126" y="3617901"/>
              <a:ext cx="1824295" cy="18304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21223" y="3614928"/>
              <a:ext cx="1750060" cy="1755775"/>
            </a:xfrm>
            <a:custGeom>
              <a:avLst/>
              <a:gdLst/>
              <a:ahLst/>
              <a:cxnLst/>
              <a:rect l="l" t="t" r="r" b="b"/>
              <a:pathLst>
                <a:path w="1750059" h="1755775">
                  <a:moveTo>
                    <a:pt x="874776" y="0"/>
                  </a:moveTo>
                  <a:lnTo>
                    <a:pt x="826781" y="1299"/>
                  </a:lnTo>
                  <a:lnTo>
                    <a:pt x="779462" y="5151"/>
                  </a:lnTo>
                  <a:lnTo>
                    <a:pt x="732887" y="11490"/>
                  </a:lnTo>
                  <a:lnTo>
                    <a:pt x="687121" y="20249"/>
                  </a:lnTo>
                  <a:lnTo>
                    <a:pt x="642231" y="31360"/>
                  </a:lnTo>
                  <a:lnTo>
                    <a:pt x="598285" y="44756"/>
                  </a:lnTo>
                  <a:lnTo>
                    <a:pt x="555349" y="60372"/>
                  </a:lnTo>
                  <a:lnTo>
                    <a:pt x="513490" y="78138"/>
                  </a:lnTo>
                  <a:lnTo>
                    <a:pt x="472773" y="97990"/>
                  </a:lnTo>
                  <a:lnTo>
                    <a:pt x="433267" y="119859"/>
                  </a:lnTo>
                  <a:lnTo>
                    <a:pt x="395038" y="143679"/>
                  </a:lnTo>
                  <a:lnTo>
                    <a:pt x="358152" y="169383"/>
                  </a:lnTo>
                  <a:lnTo>
                    <a:pt x="322676" y="196903"/>
                  </a:lnTo>
                  <a:lnTo>
                    <a:pt x="288677" y="226174"/>
                  </a:lnTo>
                  <a:lnTo>
                    <a:pt x="256222" y="257127"/>
                  </a:lnTo>
                  <a:lnTo>
                    <a:pt x="225377" y="289696"/>
                  </a:lnTo>
                  <a:lnTo>
                    <a:pt x="196209" y="323814"/>
                  </a:lnTo>
                  <a:lnTo>
                    <a:pt x="168786" y="359414"/>
                  </a:lnTo>
                  <a:lnTo>
                    <a:pt x="143172" y="396428"/>
                  </a:lnTo>
                  <a:lnTo>
                    <a:pt x="119436" y="434791"/>
                  </a:lnTo>
                  <a:lnTo>
                    <a:pt x="97644" y="474435"/>
                  </a:lnTo>
                  <a:lnTo>
                    <a:pt x="77862" y="515293"/>
                  </a:lnTo>
                  <a:lnTo>
                    <a:pt x="60158" y="557297"/>
                  </a:lnTo>
                  <a:lnTo>
                    <a:pt x="44598" y="600382"/>
                  </a:lnTo>
                  <a:lnTo>
                    <a:pt x="31249" y="644480"/>
                  </a:lnTo>
                  <a:lnTo>
                    <a:pt x="20177" y="689525"/>
                  </a:lnTo>
                  <a:lnTo>
                    <a:pt x="11449" y="735448"/>
                  </a:lnTo>
                  <a:lnTo>
                    <a:pt x="5133" y="782184"/>
                  </a:lnTo>
                  <a:lnTo>
                    <a:pt x="1294" y="829664"/>
                  </a:lnTo>
                  <a:lnTo>
                    <a:pt x="0" y="877824"/>
                  </a:lnTo>
                  <a:lnTo>
                    <a:pt x="1294" y="925983"/>
                  </a:lnTo>
                  <a:lnTo>
                    <a:pt x="5133" y="973463"/>
                  </a:lnTo>
                  <a:lnTo>
                    <a:pt x="11449" y="1020199"/>
                  </a:lnTo>
                  <a:lnTo>
                    <a:pt x="20177" y="1066122"/>
                  </a:lnTo>
                  <a:lnTo>
                    <a:pt x="31249" y="1111167"/>
                  </a:lnTo>
                  <a:lnTo>
                    <a:pt x="44598" y="1155265"/>
                  </a:lnTo>
                  <a:lnTo>
                    <a:pt x="60158" y="1198350"/>
                  </a:lnTo>
                  <a:lnTo>
                    <a:pt x="77862" y="1240354"/>
                  </a:lnTo>
                  <a:lnTo>
                    <a:pt x="97644" y="1281212"/>
                  </a:lnTo>
                  <a:lnTo>
                    <a:pt x="119436" y="1320856"/>
                  </a:lnTo>
                  <a:lnTo>
                    <a:pt x="143172" y="1359219"/>
                  </a:lnTo>
                  <a:lnTo>
                    <a:pt x="168786" y="1396233"/>
                  </a:lnTo>
                  <a:lnTo>
                    <a:pt x="196209" y="1431833"/>
                  </a:lnTo>
                  <a:lnTo>
                    <a:pt x="225377" y="1465951"/>
                  </a:lnTo>
                  <a:lnTo>
                    <a:pt x="256222" y="1498520"/>
                  </a:lnTo>
                  <a:lnTo>
                    <a:pt x="288677" y="1529473"/>
                  </a:lnTo>
                  <a:lnTo>
                    <a:pt x="322676" y="1558744"/>
                  </a:lnTo>
                  <a:lnTo>
                    <a:pt x="358152" y="1586264"/>
                  </a:lnTo>
                  <a:lnTo>
                    <a:pt x="395038" y="1611968"/>
                  </a:lnTo>
                  <a:lnTo>
                    <a:pt x="433267" y="1635788"/>
                  </a:lnTo>
                  <a:lnTo>
                    <a:pt x="472773" y="1657657"/>
                  </a:lnTo>
                  <a:lnTo>
                    <a:pt x="513490" y="1677509"/>
                  </a:lnTo>
                  <a:lnTo>
                    <a:pt x="555349" y="1695275"/>
                  </a:lnTo>
                  <a:lnTo>
                    <a:pt x="598285" y="1710891"/>
                  </a:lnTo>
                  <a:lnTo>
                    <a:pt x="642231" y="1724287"/>
                  </a:lnTo>
                  <a:lnTo>
                    <a:pt x="687121" y="1735398"/>
                  </a:lnTo>
                  <a:lnTo>
                    <a:pt x="732887" y="1744157"/>
                  </a:lnTo>
                  <a:lnTo>
                    <a:pt x="779462" y="1750496"/>
                  </a:lnTo>
                  <a:lnTo>
                    <a:pt x="826781" y="1754348"/>
                  </a:lnTo>
                  <a:lnTo>
                    <a:pt x="874776" y="1755648"/>
                  </a:lnTo>
                  <a:lnTo>
                    <a:pt x="922770" y="1754348"/>
                  </a:lnTo>
                  <a:lnTo>
                    <a:pt x="970089" y="1750496"/>
                  </a:lnTo>
                  <a:lnTo>
                    <a:pt x="1016664" y="1744157"/>
                  </a:lnTo>
                  <a:lnTo>
                    <a:pt x="1062430" y="1735398"/>
                  </a:lnTo>
                  <a:lnTo>
                    <a:pt x="1107320" y="1724287"/>
                  </a:lnTo>
                  <a:lnTo>
                    <a:pt x="1151266" y="1710891"/>
                  </a:lnTo>
                  <a:lnTo>
                    <a:pt x="1194202" y="1695275"/>
                  </a:lnTo>
                  <a:lnTo>
                    <a:pt x="1236061" y="1677509"/>
                  </a:lnTo>
                  <a:lnTo>
                    <a:pt x="1276778" y="1657657"/>
                  </a:lnTo>
                  <a:lnTo>
                    <a:pt x="1316284" y="1635788"/>
                  </a:lnTo>
                  <a:lnTo>
                    <a:pt x="1354513" y="1611968"/>
                  </a:lnTo>
                  <a:lnTo>
                    <a:pt x="1391399" y="1586264"/>
                  </a:lnTo>
                  <a:lnTo>
                    <a:pt x="1426875" y="1558744"/>
                  </a:lnTo>
                  <a:lnTo>
                    <a:pt x="1460874" y="1529473"/>
                  </a:lnTo>
                  <a:lnTo>
                    <a:pt x="1493329" y="1498520"/>
                  </a:lnTo>
                  <a:lnTo>
                    <a:pt x="1524174" y="1465951"/>
                  </a:lnTo>
                  <a:lnTo>
                    <a:pt x="1553342" y="1431833"/>
                  </a:lnTo>
                  <a:lnTo>
                    <a:pt x="1580765" y="1396233"/>
                  </a:lnTo>
                  <a:lnTo>
                    <a:pt x="1606379" y="1359219"/>
                  </a:lnTo>
                  <a:lnTo>
                    <a:pt x="1630115" y="1320856"/>
                  </a:lnTo>
                  <a:lnTo>
                    <a:pt x="1651907" y="1281212"/>
                  </a:lnTo>
                  <a:lnTo>
                    <a:pt x="1671689" y="1240354"/>
                  </a:lnTo>
                  <a:lnTo>
                    <a:pt x="1689393" y="1198350"/>
                  </a:lnTo>
                  <a:lnTo>
                    <a:pt x="1704953" y="1155265"/>
                  </a:lnTo>
                  <a:lnTo>
                    <a:pt x="1718302" y="1111167"/>
                  </a:lnTo>
                  <a:lnTo>
                    <a:pt x="1729374" y="1066122"/>
                  </a:lnTo>
                  <a:lnTo>
                    <a:pt x="1738102" y="1020199"/>
                  </a:lnTo>
                  <a:lnTo>
                    <a:pt x="1744418" y="973463"/>
                  </a:lnTo>
                  <a:lnTo>
                    <a:pt x="1748257" y="925983"/>
                  </a:lnTo>
                  <a:lnTo>
                    <a:pt x="1749552" y="877824"/>
                  </a:lnTo>
                  <a:lnTo>
                    <a:pt x="1748257" y="829664"/>
                  </a:lnTo>
                  <a:lnTo>
                    <a:pt x="1744418" y="782184"/>
                  </a:lnTo>
                  <a:lnTo>
                    <a:pt x="1738102" y="735448"/>
                  </a:lnTo>
                  <a:lnTo>
                    <a:pt x="1729374" y="689525"/>
                  </a:lnTo>
                  <a:lnTo>
                    <a:pt x="1718302" y="644480"/>
                  </a:lnTo>
                  <a:lnTo>
                    <a:pt x="1704953" y="600382"/>
                  </a:lnTo>
                  <a:lnTo>
                    <a:pt x="1689393" y="557297"/>
                  </a:lnTo>
                  <a:lnTo>
                    <a:pt x="1671689" y="515293"/>
                  </a:lnTo>
                  <a:lnTo>
                    <a:pt x="1651907" y="474435"/>
                  </a:lnTo>
                  <a:lnTo>
                    <a:pt x="1630115" y="434791"/>
                  </a:lnTo>
                  <a:lnTo>
                    <a:pt x="1606379" y="396428"/>
                  </a:lnTo>
                  <a:lnTo>
                    <a:pt x="1580765" y="359414"/>
                  </a:lnTo>
                  <a:lnTo>
                    <a:pt x="1553342" y="323814"/>
                  </a:lnTo>
                  <a:lnTo>
                    <a:pt x="1524174" y="289696"/>
                  </a:lnTo>
                  <a:lnTo>
                    <a:pt x="1493329" y="257127"/>
                  </a:lnTo>
                  <a:lnTo>
                    <a:pt x="1460874" y="226174"/>
                  </a:lnTo>
                  <a:lnTo>
                    <a:pt x="1426875" y="196903"/>
                  </a:lnTo>
                  <a:lnTo>
                    <a:pt x="1391399" y="169383"/>
                  </a:lnTo>
                  <a:lnTo>
                    <a:pt x="1354513" y="143679"/>
                  </a:lnTo>
                  <a:lnTo>
                    <a:pt x="1316284" y="119859"/>
                  </a:lnTo>
                  <a:lnTo>
                    <a:pt x="1276778" y="97990"/>
                  </a:lnTo>
                  <a:lnTo>
                    <a:pt x="1236061" y="78138"/>
                  </a:lnTo>
                  <a:lnTo>
                    <a:pt x="1194202" y="60372"/>
                  </a:lnTo>
                  <a:lnTo>
                    <a:pt x="1151266" y="44756"/>
                  </a:lnTo>
                  <a:lnTo>
                    <a:pt x="1107320" y="31360"/>
                  </a:lnTo>
                  <a:lnTo>
                    <a:pt x="1062430" y="20249"/>
                  </a:lnTo>
                  <a:lnTo>
                    <a:pt x="1016664" y="11490"/>
                  </a:lnTo>
                  <a:lnTo>
                    <a:pt x="970089" y="5151"/>
                  </a:lnTo>
                  <a:lnTo>
                    <a:pt x="922770" y="1299"/>
                  </a:lnTo>
                  <a:lnTo>
                    <a:pt x="874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0095" y="3771900"/>
              <a:ext cx="1507236" cy="15133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93435" y="3787140"/>
              <a:ext cx="1405255" cy="1411605"/>
            </a:xfrm>
            <a:custGeom>
              <a:avLst/>
              <a:gdLst/>
              <a:ahLst/>
              <a:cxnLst/>
              <a:rect l="l" t="t" r="r" b="b"/>
              <a:pathLst>
                <a:path w="1405254" h="1411604">
                  <a:moveTo>
                    <a:pt x="702563" y="0"/>
                  </a:moveTo>
                  <a:lnTo>
                    <a:pt x="654465" y="1628"/>
                  </a:lnTo>
                  <a:lnTo>
                    <a:pt x="607236" y="6442"/>
                  </a:lnTo>
                  <a:lnTo>
                    <a:pt x="560981" y="14338"/>
                  </a:lnTo>
                  <a:lnTo>
                    <a:pt x="515805" y="25209"/>
                  </a:lnTo>
                  <a:lnTo>
                    <a:pt x="471812" y="38951"/>
                  </a:lnTo>
                  <a:lnTo>
                    <a:pt x="429107" y="55459"/>
                  </a:lnTo>
                  <a:lnTo>
                    <a:pt x="387794" y="74627"/>
                  </a:lnTo>
                  <a:lnTo>
                    <a:pt x="347980" y="96350"/>
                  </a:lnTo>
                  <a:lnTo>
                    <a:pt x="309767" y="120523"/>
                  </a:lnTo>
                  <a:lnTo>
                    <a:pt x="273261" y="147042"/>
                  </a:lnTo>
                  <a:lnTo>
                    <a:pt x="238566" y="175800"/>
                  </a:lnTo>
                  <a:lnTo>
                    <a:pt x="205787" y="206692"/>
                  </a:lnTo>
                  <a:lnTo>
                    <a:pt x="175029" y="239614"/>
                  </a:lnTo>
                  <a:lnTo>
                    <a:pt x="146397" y="274460"/>
                  </a:lnTo>
                  <a:lnTo>
                    <a:pt x="119994" y="311125"/>
                  </a:lnTo>
                  <a:lnTo>
                    <a:pt x="95927" y="349504"/>
                  </a:lnTo>
                  <a:lnTo>
                    <a:pt x="74299" y="389491"/>
                  </a:lnTo>
                  <a:lnTo>
                    <a:pt x="55215" y="430982"/>
                  </a:lnTo>
                  <a:lnTo>
                    <a:pt x="38780" y="473871"/>
                  </a:lnTo>
                  <a:lnTo>
                    <a:pt x="25098" y="518054"/>
                  </a:lnTo>
                  <a:lnTo>
                    <a:pt x="14274" y="563424"/>
                  </a:lnTo>
                  <a:lnTo>
                    <a:pt x="6414" y="609877"/>
                  </a:lnTo>
                  <a:lnTo>
                    <a:pt x="1620" y="657308"/>
                  </a:lnTo>
                  <a:lnTo>
                    <a:pt x="0" y="705612"/>
                  </a:lnTo>
                  <a:lnTo>
                    <a:pt x="1620" y="753915"/>
                  </a:lnTo>
                  <a:lnTo>
                    <a:pt x="6414" y="801346"/>
                  </a:lnTo>
                  <a:lnTo>
                    <a:pt x="14274" y="847799"/>
                  </a:lnTo>
                  <a:lnTo>
                    <a:pt x="25098" y="893169"/>
                  </a:lnTo>
                  <a:lnTo>
                    <a:pt x="38780" y="937352"/>
                  </a:lnTo>
                  <a:lnTo>
                    <a:pt x="55215" y="980241"/>
                  </a:lnTo>
                  <a:lnTo>
                    <a:pt x="74299" y="1021732"/>
                  </a:lnTo>
                  <a:lnTo>
                    <a:pt x="95927" y="1061719"/>
                  </a:lnTo>
                  <a:lnTo>
                    <a:pt x="119994" y="1100098"/>
                  </a:lnTo>
                  <a:lnTo>
                    <a:pt x="146397" y="1136763"/>
                  </a:lnTo>
                  <a:lnTo>
                    <a:pt x="175029" y="1171609"/>
                  </a:lnTo>
                  <a:lnTo>
                    <a:pt x="205787" y="1204531"/>
                  </a:lnTo>
                  <a:lnTo>
                    <a:pt x="238566" y="1235423"/>
                  </a:lnTo>
                  <a:lnTo>
                    <a:pt x="273261" y="1264181"/>
                  </a:lnTo>
                  <a:lnTo>
                    <a:pt x="309767" y="1290700"/>
                  </a:lnTo>
                  <a:lnTo>
                    <a:pt x="347980" y="1314873"/>
                  </a:lnTo>
                  <a:lnTo>
                    <a:pt x="387794" y="1336596"/>
                  </a:lnTo>
                  <a:lnTo>
                    <a:pt x="429107" y="1355764"/>
                  </a:lnTo>
                  <a:lnTo>
                    <a:pt x="471812" y="1372272"/>
                  </a:lnTo>
                  <a:lnTo>
                    <a:pt x="515805" y="1386014"/>
                  </a:lnTo>
                  <a:lnTo>
                    <a:pt x="560981" y="1396885"/>
                  </a:lnTo>
                  <a:lnTo>
                    <a:pt x="607236" y="1404781"/>
                  </a:lnTo>
                  <a:lnTo>
                    <a:pt x="654465" y="1409595"/>
                  </a:lnTo>
                  <a:lnTo>
                    <a:pt x="702563" y="1411224"/>
                  </a:lnTo>
                  <a:lnTo>
                    <a:pt x="750662" y="1409595"/>
                  </a:lnTo>
                  <a:lnTo>
                    <a:pt x="797891" y="1404781"/>
                  </a:lnTo>
                  <a:lnTo>
                    <a:pt x="844146" y="1396885"/>
                  </a:lnTo>
                  <a:lnTo>
                    <a:pt x="889322" y="1386014"/>
                  </a:lnTo>
                  <a:lnTo>
                    <a:pt x="933315" y="1372272"/>
                  </a:lnTo>
                  <a:lnTo>
                    <a:pt x="976020" y="1355764"/>
                  </a:lnTo>
                  <a:lnTo>
                    <a:pt x="1017333" y="1336596"/>
                  </a:lnTo>
                  <a:lnTo>
                    <a:pt x="1057148" y="1314873"/>
                  </a:lnTo>
                  <a:lnTo>
                    <a:pt x="1095360" y="1290700"/>
                  </a:lnTo>
                  <a:lnTo>
                    <a:pt x="1131866" y="1264181"/>
                  </a:lnTo>
                  <a:lnTo>
                    <a:pt x="1166561" y="1235423"/>
                  </a:lnTo>
                  <a:lnTo>
                    <a:pt x="1199340" y="1204531"/>
                  </a:lnTo>
                  <a:lnTo>
                    <a:pt x="1230098" y="1171609"/>
                  </a:lnTo>
                  <a:lnTo>
                    <a:pt x="1258730" y="1136763"/>
                  </a:lnTo>
                  <a:lnTo>
                    <a:pt x="1285133" y="1100098"/>
                  </a:lnTo>
                  <a:lnTo>
                    <a:pt x="1309200" y="1061720"/>
                  </a:lnTo>
                  <a:lnTo>
                    <a:pt x="1330828" y="1021732"/>
                  </a:lnTo>
                  <a:lnTo>
                    <a:pt x="1349912" y="980241"/>
                  </a:lnTo>
                  <a:lnTo>
                    <a:pt x="1366347" y="937352"/>
                  </a:lnTo>
                  <a:lnTo>
                    <a:pt x="1380029" y="893169"/>
                  </a:lnTo>
                  <a:lnTo>
                    <a:pt x="1390853" y="847799"/>
                  </a:lnTo>
                  <a:lnTo>
                    <a:pt x="1398713" y="801346"/>
                  </a:lnTo>
                  <a:lnTo>
                    <a:pt x="1403507" y="753915"/>
                  </a:lnTo>
                  <a:lnTo>
                    <a:pt x="1405128" y="705612"/>
                  </a:lnTo>
                  <a:lnTo>
                    <a:pt x="1403507" y="657308"/>
                  </a:lnTo>
                  <a:lnTo>
                    <a:pt x="1398713" y="609877"/>
                  </a:lnTo>
                  <a:lnTo>
                    <a:pt x="1390853" y="563424"/>
                  </a:lnTo>
                  <a:lnTo>
                    <a:pt x="1380029" y="518054"/>
                  </a:lnTo>
                  <a:lnTo>
                    <a:pt x="1366347" y="473871"/>
                  </a:lnTo>
                  <a:lnTo>
                    <a:pt x="1349912" y="430982"/>
                  </a:lnTo>
                  <a:lnTo>
                    <a:pt x="1330828" y="389491"/>
                  </a:lnTo>
                  <a:lnTo>
                    <a:pt x="1309200" y="349504"/>
                  </a:lnTo>
                  <a:lnTo>
                    <a:pt x="1285133" y="311125"/>
                  </a:lnTo>
                  <a:lnTo>
                    <a:pt x="1258730" y="274460"/>
                  </a:lnTo>
                  <a:lnTo>
                    <a:pt x="1230098" y="239614"/>
                  </a:lnTo>
                  <a:lnTo>
                    <a:pt x="1199340" y="206692"/>
                  </a:lnTo>
                  <a:lnTo>
                    <a:pt x="1166561" y="175800"/>
                  </a:lnTo>
                  <a:lnTo>
                    <a:pt x="1131866" y="147042"/>
                  </a:lnTo>
                  <a:lnTo>
                    <a:pt x="1095360" y="120523"/>
                  </a:lnTo>
                  <a:lnTo>
                    <a:pt x="1057147" y="96350"/>
                  </a:lnTo>
                  <a:lnTo>
                    <a:pt x="1017333" y="74627"/>
                  </a:lnTo>
                  <a:lnTo>
                    <a:pt x="976020" y="55459"/>
                  </a:lnTo>
                  <a:lnTo>
                    <a:pt x="933315" y="38951"/>
                  </a:lnTo>
                  <a:lnTo>
                    <a:pt x="889322" y="25209"/>
                  </a:lnTo>
                  <a:lnTo>
                    <a:pt x="844146" y="14338"/>
                  </a:lnTo>
                  <a:lnTo>
                    <a:pt x="797891" y="6442"/>
                  </a:lnTo>
                  <a:lnTo>
                    <a:pt x="750662" y="1628"/>
                  </a:lnTo>
                  <a:lnTo>
                    <a:pt x="702563" y="0"/>
                  </a:lnTo>
                  <a:close/>
                </a:path>
              </a:pathLst>
            </a:custGeom>
            <a:solidFill>
              <a:srgbClr val="006A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93663" y="4137660"/>
              <a:ext cx="804672" cy="806195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075423" y="2052066"/>
            <a:ext cx="1020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767070"/>
                </a:solidFill>
              </a:rPr>
              <a:t>Dash</a:t>
            </a:r>
            <a:endParaRPr sz="2800"/>
          </a:p>
        </p:txBody>
      </p:sp>
      <p:grpSp>
        <p:nvGrpSpPr>
          <p:cNvPr id="17" name="object 17"/>
          <p:cNvGrpSpPr/>
          <p:nvPr/>
        </p:nvGrpSpPr>
        <p:grpSpPr>
          <a:xfrm>
            <a:off x="8659307" y="1397508"/>
            <a:ext cx="1823085" cy="1876425"/>
            <a:chOff x="8659307" y="1397508"/>
            <a:chExt cx="1823085" cy="187642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9307" y="1400541"/>
              <a:ext cx="1822794" cy="187301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94419" y="1397508"/>
              <a:ext cx="1748155" cy="1798320"/>
            </a:xfrm>
            <a:custGeom>
              <a:avLst/>
              <a:gdLst/>
              <a:ahLst/>
              <a:cxnLst/>
              <a:rect l="l" t="t" r="r" b="b"/>
              <a:pathLst>
                <a:path w="1748154" h="1798320">
                  <a:moveTo>
                    <a:pt x="874013" y="0"/>
                  </a:moveTo>
                  <a:lnTo>
                    <a:pt x="826057" y="1330"/>
                  </a:lnTo>
                  <a:lnTo>
                    <a:pt x="778776" y="5276"/>
                  </a:lnTo>
                  <a:lnTo>
                    <a:pt x="732238" y="11769"/>
                  </a:lnTo>
                  <a:lnTo>
                    <a:pt x="686510" y="20739"/>
                  </a:lnTo>
                  <a:lnTo>
                    <a:pt x="641658" y="32120"/>
                  </a:lnTo>
                  <a:lnTo>
                    <a:pt x="597749" y="45841"/>
                  </a:lnTo>
                  <a:lnTo>
                    <a:pt x="554849" y="61835"/>
                  </a:lnTo>
                  <a:lnTo>
                    <a:pt x="513025" y="80033"/>
                  </a:lnTo>
                  <a:lnTo>
                    <a:pt x="472344" y="100366"/>
                  </a:lnTo>
                  <a:lnTo>
                    <a:pt x="432872" y="122766"/>
                  </a:lnTo>
                  <a:lnTo>
                    <a:pt x="394676" y="147164"/>
                  </a:lnTo>
                  <a:lnTo>
                    <a:pt x="357823" y="173492"/>
                  </a:lnTo>
                  <a:lnTo>
                    <a:pt x="322378" y="201680"/>
                  </a:lnTo>
                  <a:lnTo>
                    <a:pt x="288410" y="231661"/>
                  </a:lnTo>
                  <a:lnTo>
                    <a:pt x="255984" y="263366"/>
                  </a:lnTo>
                  <a:lnTo>
                    <a:pt x="225167" y="296726"/>
                  </a:lnTo>
                  <a:lnTo>
                    <a:pt x="196026" y="331672"/>
                  </a:lnTo>
                  <a:lnTo>
                    <a:pt x="168627" y="368137"/>
                  </a:lnTo>
                  <a:lnTo>
                    <a:pt x="143037" y="406051"/>
                  </a:lnTo>
                  <a:lnTo>
                    <a:pt x="119323" y="445346"/>
                  </a:lnTo>
                  <a:lnTo>
                    <a:pt x="97551" y="485954"/>
                  </a:lnTo>
                  <a:lnTo>
                    <a:pt x="77788" y="527805"/>
                  </a:lnTo>
                  <a:lnTo>
                    <a:pt x="60101" y="570831"/>
                  </a:lnTo>
                  <a:lnTo>
                    <a:pt x="44555" y="614964"/>
                  </a:lnTo>
                  <a:lnTo>
                    <a:pt x="31219" y="660135"/>
                  </a:lnTo>
                  <a:lnTo>
                    <a:pt x="20157" y="706275"/>
                  </a:lnTo>
                  <a:lnTo>
                    <a:pt x="11438" y="753317"/>
                  </a:lnTo>
                  <a:lnTo>
                    <a:pt x="5128" y="801190"/>
                  </a:lnTo>
                  <a:lnTo>
                    <a:pt x="1293" y="849827"/>
                  </a:lnTo>
                  <a:lnTo>
                    <a:pt x="0" y="899159"/>
                  </a:lnTo>
                  <a:lnTo>
                    <a:pt x="1293" y="948492"/>
                  </a:lnTo>
                  <a:lnTo>
                    <a:pt x="5128" y="997129"/>
                  </a:lnTo>
                  <a:lnTo>
                    <a:pt x="11438" y="1045002"/>
                  </a:lnTo>
                  <a:lnTo>
                    <a:pt x="20157" y="1092044"/>
                  </a:lnTo>
                  <a:lnTo>
                    <a:pt x="31219" y="1138184"/>
                  </a:lnTo>
                  <a:lnTo>
                    <a:pt x="44555" y="1183355"/>
                  </a:lnTo>
                  <a:lnTo>
                    <a:pt x="60101" y="1227488"/>
                  </a:lnTo>
                  <a:lnTo>
                    <a:pt x="77788" y="1270514"/>
                  </a:lnTo>
                  <a:lnTo>
                    <a:pt x="97551" y="1312365"/>
                  </a:lnTo>
                  <a:lnTo>
                    <a:pt x="119323" y="1352973"/>
                  </a:lnTo>
                  <a:lnTo>
                    <a:pt x="143037" y="1392268"/>
                  </a:lnTo>
                  <a:lnTo>
                    <a:pt x="168627" y="1430182"/>
                  </a:lnTo>
                  <a:lnTo>
                    <a:pt x="196026" y="1466647"/>
                  </a:lnTo>
                  <a:lnTo>
                    <a:pt x="225167" y="1501593"/>
                  </a:lnTo>
                  <a:lnTo>
                    <a:pt x="255984" y="1534953"/>
                  </a:lnTo>
                  <a:lnTo>
                    <a:pt x="288410" y="1566658"/>
                  </a:lnTo>
                  <a:lnTo>
                    <a:pt x="322378" y="1596639"/>
                  </a:lnTo>
                  <a:lnTo>
                    <a:pt x="357823" y="1624827"/>
                  </a:lnTo>
                  <a:lnTo>
                    <a:pt x="394676" y="1651155"/>
                  </a:lnTo>
                  <a:lnTo>
                    <a:pt x="432872" y="1675553"/>
                  </a:lnTo>
                  <a:lnTo>
                    <a:pt x="472344" y="1697953"/>
                  </a:lnTo>
                  <a:lnTo>
                    <a:pt x="513025" y="1718286"/>
                  </a:lnTo>
                  <a:lnTo>
                    <a:pt x="554849" y="1736484"/>
                  </a:lnTo>
                  <a:lnTo>
                    <a:pt x="597749" y="1752478"/>
                  </a:lnTo>
                  <a:lnTo>
                    <a:pt x="641658" y="1766199"/>
                  </a:lnTo>
                  <a:lnTo>
                    <a:pt x="686510" y="1777580"/>
                  </a:lnTo>
                  <a:lnTo>
                    <a:pt x="732238" y="1786550"/>
                  </a:lnTo>
                  <a:lnTo>
                    <a:pt x="778776" y="1793043"/>
                  </a:lnTo>
                  <a:lnTo>
                    <a:pt x="826057" y="1796989"/>
                  </a:lnTo>
                  <a:lnTo>
                    <a:pt x="874013" y="1798319"/>
                  </a:lnTo>
                  <a:lnTo>
                    <a:pt x="921970" y="1796989"/>
                  </a:lnTo>
                  <a:lnTo>
                    <a:pt x="969251" y="1793043"/>
                  </a:lnTo>
                  <a:lnTo>
                    <a:pt x="1015789" y="1786550"/>
                  </a:lnTo>
                  <a:lnTo>
                    <a:pt x="1061517" y="1777580"/>
                  </a:lnTo>
                  <a:lnTo>
                    <a:pt x="1106369" y="1766199"/>
                  </a:lnTo>
                  <a:lnTo>
                    <a:pt x="1150278" y="1752478"/>
                  </a:lnTo>
                  <a:lnTo>
                    <a:pt x="1193178" y="1736484"/>
                  </a:lnTo>
                  <a:lnTo>
                    <a:pt x="1235002" y="1718286"/>
                  </a:lnTo>
                  <a:lnTo>
                    <a:pt x="1275683" y="1697953"/>
                  </a:lnTo>
                  <a:lnTo>
                    <a:pt x="1315155" y="1675553"/>
                  </a:lnTo>
                  <a:lnTo>
                    <a:pt x="1353351" y="1651155"/>
                  </a:lnTo>
                  <a:lnTo>
                    <a:pt x="1390204" y="1624827"/>
                  </a:lnTo>
                  <a:lnTo>
                    <a:pt x="1425649" y="1596639"/>
                  </a:lnTo>
                  <a:lnTo>
                    <a:pt x="1459617" y="1566658"/>
                  </a:lnTo>
                  <a:lnTo>
                    <a:pt x="1492043" y="1534953"/>
                  </a:lnTo>
                  <a:lnTo>
                    <a:pt x="1522860" y="1501593"/>
                  </a:lnTo>
                  <a:lnTo>
                    <a:pt x="1552001" y="1466647"/>
                  </a:lnTo>
                  <a:lnTo>
                    <a:pt x="1579400" y="1430182"/>
                  </a:lnTo>
                  <a:lnTo>
                    <a:pt x="1604990" y="1392268"/>
                  </a:lnTo>
                  <a:lnTo>
                    <a:pt x="1628704" y="1352973"/>
                  </a:lnTo>
                  <a:lnTo>
                    <a:pt x="1650476" y="1312365"/>
                  </a:lnTo>
                  <a:lnTo>
                    <a:pt x="1670239" y="1270514"/>
                  </a:lnTo>
                  <a:lnTo>
                    <a:pt x="1687926" y="1227488"/>
                  </a:lnTo>
                  <a:lnTo>
                    <a:pt x="1703472" y="1183355"/>
                  </a:lnTo>
                  <a:lnTo>
                    <a:pt x="1716808" y="1138184"/>
                  </a:lnTo>
                  <a:lnTo>
                    <a:pt x="1727870" y="1092044"/>
                  </a:lnTo>
                  <a:lnTo>
                    <a:pt x="1736589" y="1045002"/>
                  </a:lnTo>
                  <a:lnTo>
                    <a:pt x="1742899" y="997129"/>
                  </a:lnTo>
                  <a:lnTo>
                    <a:pt x="1746734" y="948492"/>
                  </a:lnTo>
                  <a:lnTo>
                    <a:pt x="1748027" y="899159"/>
                  </a:lnTo>
                  <a:lnTo>
                    <a:pt x="1746734" y="849827"/>
                  </a:lnTo>
                  <a:lnTo>
                    <a:pt x="1742899" y="801190"/>
                  </a:lnTo>
                  <a:lnTo>
                    <a:pt x="1736589" y="753317"/>
                  </a:lnTo>
                  <a:lnTo>
                    <a:pt x="1727870" y="706275"/>
                  </a:lnTo>
                  <a:lnTo>
                    <a:pt x="1716808" y="660135"/>
                  </a:lnTo>
                  <a:lnTo>
                    <a:pt x="1703472" y="614964"/>
                  </a:lnTo>
                  <a:lnTo>
                    <a:pt x="1687926" y="570831"/>
                  </a:lnTo>
                  <a:lnTo>
                    <a:pt x="1670239" y="527805"/>
                  </a:lnTo>
                  <a:lnTo>
                    <a:pt x="1650476" y="485954"/>
                  </a:lnTo>
                  <a:lnTo>
                    <a:pt x="1628704" y="445346"/>
                  </a:lnTo>
                  <a:lnTo>
                    <a:pt x="1604990" y="406051"/>
                  </a:lnTo>
                  <a:lnTo>
                    <a:pt x="1579400" y="368137"/>
                  </a:lnTo>
                  <a:lnTo>
                    <a:pt x="1552001" y="331672"/>
                  </a:lnTo>
                  <a:lnTo>
                    <a:pt x="1522860" y="296726"/>
                  </a:lnTo>
                  <a:lnTo>
                    <a:pt x="1492043" y="263366"/>
                  </a:lnTo>
                  <a:lnTo>
                    <a:pt x="1459617" y="231661"/>
                  </a:lnTo>
                  <a:lnTo>
                    <a:pt x="1425649" y="201680"/>
                  </a:lnTo>
                  <a:lnTo>
                    <a:pt x="1390204" y="173492"/>
                  </a:lnTo>
                  <a:lnTo>
                    <a:pt x="1353351" y="147164"/>
                  </a:lnTo>
                  <a:lnTo>
                    <a:pt x="1315155" y="122766"/>
                  </a:lnTo>
                  <a:lnTo>
                    <a:pt x="1275683" y="100366"/>
                  </a:lnTo>
                  <a:lnTo>
                    <a:pt x="1235002" y="80033"/>
                  </a:lnTo>
                  <a:lnTo>
                    <a:pt x="1193178" y="61835"/>
                  </a:lnTo>
                  <a:lnTo>
                    <a:pt x="1150278" y="45841"/>
                  </a:lnTo>
                  <a:lnTo>
                    <a:pt x="1106369" y="32120"/>
                  </a:lnTo>
                  <a:lnTo>
                    <a:pt x="1061517" y="20739"/>
                  </a:lnTo>
                  <a:lnTo>
                    <a:pt x="1015789" y="11769"/>
                  </a:lnTo>
                  <a:lnTo>
                    <a:pt x="969251" y="5276"/>
                  </a:lnTo>
                  <a:lnTo>
                    <a:pt x="921970" y="1330"/>
                  </a:lnTo>
                  <a:lnTo>
                    <a:pt x="8740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8719" y="1559052"/>
              <a:ext cx="1508759" cy="15453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862059" y="1574292"/>
              <a:ext cx="1407160" cy="1443355"/>
            </a:xfrm>
            <a:custGeom>
              <a:avLst/>
              <a:gdLst/>
              <a:ahLst/>
              <a:cxnLst/>
              <a:rect l="l" t="t" r="r" b="b"/>
              <a:pathLst>
                <a:path w="1407159" h="1443355">
                  <a:moveTo>
                    <a:pt x="703326" y="0"/>
                  </a:moveTo>
                  <a:lnTo>
                    <a:pt x="655165" y="1664"/>
                  </a:lnTo>
                  <a:lnTo>
                    <a:pt x="607876" y="6587"/>
                  </a:lnTo>
                  <a:lnTo>
                    <a:pt x="561564" y="14661"/>
                  </a:lnTo>
                  <a:lnTo>
                    <a:pt x="516334" y="25777"/>
                  </a:lnTo>
                  <a:lnTo>
                    <a:pt x="472289" y="39829"/>
                  </a:lnTo>
                  <a:lnTo>
                    <a:pt x="429535" y="56709"/>
                  </a:lnTo>
                  <a:lnTo>
                    <a:pt x="388177" y="76310"/>
                  </a:lnTo>
                  <a:lnTo>
                    <a:pt x="348318" y="98523"/>
                  </a:lnTo>
                  <a:lnTo>
                    <a:pt x="310064" y="123243"/>
                  </a:lnTo>
                  <a:lnTo>
                    <a:pt x="273520" y="150360"/>
                  </a:lnTo>
                  <a:lnTo>
                    <a:pt x="238789" y="179768"/>
                  </a:lnTo>
                  <a:lnTo>
                    <a:pt x="205978" y="211359"/>
                  </a:lnTo>
                  <a:lnTo>
                    <a:pt x="175189" y="245026"/>
                  </a:lnTo>
                  <a:lnTo>
                    <a:pt x="146529" y="280661"/>
                  </a:lnTo>
                  <a:lnTo>
                    <a:pt x="120102" y="318157"/>
                  </a:lnTo>
                  <a:lnTo>
                    <a:pt x="96011" y="357406"/>
                  </a:lnTo>
                  <a:lnTo>
                    <a:pt x="74364" y="398300"/>
                  </a:lnTo>
                  <a:lnTo>
                    <a:pt x="55262" y="440733"/>
                  </a:lnTo>
                  <a:lnTo>
                    <a:pt x="38813" y="484597"/>
                  </a:lnTo>
                  <a:lnTo>
                    <a:pt x="25119" y="529784"/>
                  </a:lnTo>
                  <a:lnTo>
                    <a:pt x="14286" y="576186"/>
                  </a:lnTo>
                  <a:lnTo>
                    <a:pt x="6419" y="623697"/>
                  </a:lnTo>
                  <a:lnTo>
                    <a:pt x="1622" y="672209"/>
                  </a:lnTo>
                  <a:lnTo>
                    <a:pt x="0" y="721613"/>
                  </a:lnTo>
                  <a:lnTo>
                    <a:pt x="1622" y="771018"/>
                  </a:lnTo>
                  <a:lnTo>
                    <a:pt x="6419" y="819530"/>
                  </a:lnTo>
                  <a:lnTo>
                    <a:pt x="14286" y="867041"/>
                  </a:lnTo>
                  <a:lnTo>
                    <a:pt x="25119" y="913443"/>
                  </a:lnTo>
                  <a:lnTo>
                    <a:pt x="38813" y="958630"/>
                  </a:lnTo>
                  <a:lnTo>
                    <a:pt x="55262" y="1002494"/>
                  </a:lnTo>
                  <a:lnTo>
                    <a:pt x="74364" y="1044927"/>
                  </a:lnTo>
                  <a:lnTo>
                    <a:pt x="96012" y="1085821"/>
                  </a:lnTo>
                  <a:lnTo>
                    <a:pt x="120102" y="1125070"/>
                  </a:lnTo>
                  <a:lnTo>
                    <a:pt x="146529" y="1162566"/>
                  </a:lnTo>
                  <a:lnTo>
                    <a:pt x="175189" y="1198201"/>
                  </a:lnTo>
                  <a:lnTo>
                    <a:pt x="205978" y="1231868"/>
                  </a:lnTo>
                  <a:lnTo>
                    <a:pt x="238789" y="1263459"/>
                  </a:lnTo>
                  <a:lnTo>
                    <a:pt x="273520" y="1292867"/>
                  </a:lnTo>
                  <a:lnTo>
                    <a:pt x="310064" y="1319984"/>
                  </a:lnTo>
                  <a:lnTo>
                    <a:pt x="348318" y="1344704"/>
                  </a:lnTo>
                  <a:lnTo>
                    <a:pt x="388177" y="1366917"/>
                  </a:lnTo>
                  <a:lnTo>
                    <a:pt x="429535" y="1386518"/>
                  </a:lnTo>
                  <a:lnTo>
                    <a:pt x="472289" y="1403398"/>
                  </a:lnTo>
                  <a:lnTo>
                    <a:pt x="516334" y="1417450"/>
                  </a:lnTo>
                  <a:lnTo>
                    <a:pt x="561564" y="1428566"/>
                  </a:lnTo>
                  <a:lnTo>
                    <a:pt x="607876" y="1436640"/>
                  </a:lnTo>
                  <a:lnTo>
                    <a:pt x="655165" y="1441563"/>
                  </a:lnTo>
                  <a:lnTo>
                    <a:pt x="703326" y="1443228"/>
                  </a:lnTo>
                  <a:lnTo>
                    <a:pt x="751486" y="1441563"/>
                  </a:lnTo>
                  <a:lnTo>
                    <a:pt x="798775" y="1436640"/>
                  </a:lnTo>
                  <a:lnTo>
                    <a:pt x="845087" y="1428566"/>
                  </a:lnTo>
                  <a:lnTo>
                    <a:pt x="890317" y="1417450"/>
                  </a:lnTo>
                  <a:lnTo>
                    <a:pt x="934362" y="1403398"/>
                  </a:lnTo>
                  <a:lnTo>
                    <a:pt x="977116" y="1386518"/>
                  </a:lnTo>
                  <a:lnTo>
                    <a:pt x="1018474" y="1366917"/>
                  </a:lnTo>
                  <a:lnTo>
                    <a:pt x="1058333" y="1344704"/>
                  </a:lnTo>
                  <a:lnTo>
                    <a:pt x="1096587" y="1319984"/>
                  </a:lnTo>
                  <a:lnTo>
                    <a:pt x="1133131" y="1292867"/>
                  </a:lnTo>
                  <a:lnTo>
                    <a:pt x="1167862" y="1263459"/>
                  </a:lnTo>
                  <a:lnTo>
                    <a:pt x="1200673" y="1231868"/>
                  </a:lnTo>
                  <a:lnTo>
                    <a:pt x="1231462" y="1198201"/>
                  </a:lnTo>
                  <a:lnTo>
                    <a:pt x="1260122" y="1162566"/>
                  </a:lnTo>
                  <a:lnTo>
                    <a:pt x="1286549" y="1125070"/>
                  </a:lnTo>
                  <a:lnTo>
                    <a:pt x="1310640" y="1085821"/>
                  </a:lnTo>
                  <a:lnTo>
                    <a:pt x="1332287" y="1044927"/>
                  </a:lnTo>
                  <a:lnTo>
                    <a:pt x="1351389" y="1002494"/>
                  </a:lnTo>
                  <a:lnTo>
                    <a:pt x="1367838" y="958630"/>
                  </a:lnTo>
                  <a:lnTo>
                    <a:pt x="1381532" y="913443"/>
                  </a:lnTo>
                  <a:lnTo>
                    <a:pt x="1392365" y="867041"/>
                  </a:lnTo>
                  <a:lnTo>
                    <a:pt x="1400232" y="819530"/>
                  </a:lnTo>
                  <a:lnTo>
                    <a:pt x="1405029" y="771018"/>
                  </a:lnTo>
                  <a:lnTo>
                    <a:pt x="1406652" y="721613"/>
                  </a:lnTo>
                  <a:lnTo>
                    <a:pt x="1405029" y="672209"/>
                  </a:lnTo>
                  <a:lnTo>
                    <a:pt x="1400232" y="623697"/>
                  </a:lnTo>
                  <a:lnTo>
                    <a:pt x="1392365" y="576186"/>
                  </a:lnTo>
                  <a:lnTo>
                    <a:pt x="1381532" y="529784"/>
                  </a:lnTo>
                  <a:lnTo>
                    <a:pt x="1367838" y="484597"/>
                  </a:lnTo>
                  <a:lnTo>
                    <a:pt x="1351389" y="440733"/>
                  </a:lnTo>
                  <a:lnTo>
                    <a:pt x="1332287" y="398300"/>
                  </a:lnTo>
                  <a:lnTo>
                    <a:pt x="1310639" y="357406"/>
                  </a:lnTo>
                  <a:lnTo>
                    <a:pt x="1286549" y="318157"/>
                  </a:lnTo>
                  <a:lnTo>
                    <a:pt x="1260122" y="280661"/>
                  </a:lnTo>
                  <a:lnTo>
                    <a:pt x="1231462" y="245026"/>
                  </a:lnTo>
                  <a:lnTo>
                    <a:pt x="1200673" y="211359"/>
                  </a:lnTo>
                  <a:lnTo>
                    <a:pt x="1167862" y="179768"/>
                  </a:lnTo>
                  <a:lnTo>
                    <a:pt x="1133131" y="150360"/>
                  </a:lnTo>
                  <a:lnTo>
                    <a:pt x="1096587" y="123243"/>
                  </a:lnTo>
                  <a:lnTo>
                    <a:pt x="1058333" y="98523"/>
                  </a:lnTo>
                  <a:lnTo>
                    <a:pt x="1018474" y="76310"/>
                  </a:lnTo>
                  <a:lnTo>
                    <a:pt x="977116" y="56709"/>
                  </a:lnTo>
                  <a:lnTo>
                    <a:pt x="934362" y="39829"/>
                  </a:lnTo>
                  <a:lnTo>
                    <a:pt x="890317" y="25777"/>
                  </a:lnTo>
                  <a:lnTo>
                    <a:pt x="845087" y="14661"/>
                  </a:lnTo>
                  <a:lnTo>
                    <a:pt x="798775" y="6587"/>
                  </a:lnTo>
                  <a:lnTo>
                    <a:pt x="751486" y="1664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FDA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86443" y="2052827"/>
              <a:ext cx="1406652" cy="55168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8301" y="193675"/>
            <a:ext cx="57797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1F3863"/>
                </a:solidFill>
                <a:latin typeface="Verdana"/>
                <a:cs typeface="Verdana"/>
              </a:rPr>
              <a:t>File</a:t>
            </a:r>
            <a:r>
              <a:rPr sz="3200" b="1" spc="-2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1F3863"/>
                </a:solidFill>
                <a:latin typeface="Verdana"/>
                <a:cs typeface="Verdana"/>
              </a:rPr>
              <a:t>Extensions</a:t>
            </a:r>
            <a:r>
              <a:rPr sz="3200" b="1" spc="-3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1F3863"/>
                </a:solidFill>
                <a:latin typeface="Verdana"/>
                <a:cs typeface="Verdana"/>
              </a:rPr>
              <a:t>in</a:t>
            </a:r>
            <a:r>
              <a:rPr sz="3200" b="1" spc="-3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3200" b="1" spc="-10" dirty="0">
                <a:solidFill>
                  <a:srgbClr val="1F3863"/>
                </a:solidFill>
                <a:latin typeface="Verdana"/>
                <a:cs typeface="Verdana"/>
              </a:rPr>
              <a:t>Python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3656" y="1433575"/>
            <a:ext cx="74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solidFill>
                  <a:srgbClr val="EDA039"/>
                </a:solidFill>
                <a:latin typeface="Verdana"/>
                <a:cs typeface="Verdana"/>
              </a:rPr>
              <a:t>01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2295" y="1457705"/>
            <a:ext cx="74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solidFill>
                  <a:srgbClr val="EDA039"/>
                </a:solidFill>
                <a:latin typeface="Verdana"/>
                <a:cs typeface="Verdana"/>
              </a:rPr>
              <a:t>02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6717" y="3956761"/>
            <a:ext cx="74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solidFill>
                  <a:srgbClr val="EDA039"/>
                </a:solidFill>
                <a:latin typeface="Verdana"/>
                <a:cs typeface="Verdana"/>
              </a:rPr>
              <a:t>04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2295" y="3962146"/>
            <a:ext cx="74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solidFill>
                  <a:srgbClr val="EDA039"/>
                </a:solidFill>
                <a:latin typeface="Verdana"/>
                <a:cs typeface="Verdana"/>
              </a:rPr>
              <a:t>05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77808" y="1397888"/>
            <a:ext cx="74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solidFill>
                  <a:srgbClr val="EDA039"/>
                </a:solidFill>
              </a:rPr>
              <a:t>03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1438655" y="1516380"/>
            <a:ext cx="2638425" cy="46355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76530" algn="ctr">
              <a:lnSpc>
                <a:spcPct val="100000"/>
              </a:lnSpc>
              <a:spcBef>
                <a:spcPts val="400"/>
              </a:spcBef>
            </a:pPr>
            <a:r>
              <a:rPr sz="2000" b="1" spc="-25" dirty="0">
                <a:solidFill>
                  <a:srgbClr val="FFFFFF"/>
                </a:solidFill>
                <a:latin typeface="Verdana"/>
                <a:cs typeface="Verdana"/>
              </a:rPr>
              <a:t>.py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8655" y="2107692"/>
            <a:ext cx="2638425" cy="109601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457200" marR="450850" indent="-5080" algn="ctr">
              <a:lnSpc>
                <a:spcPts val="1939"/>
              </a:lnSpc>
              <a:spcBef>
                <a:spcPts val="445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normal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extension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Python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source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8655" y="4044696"/>
            <a:ext cx="2638425" cy="46355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540"/>
              </a:spcBef>
            </a:pP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.pyo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2391" y="1488947"/>
            <a:ext cx="2638425" cy="46355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535"/>
              </a:spcBef>
            </a:pP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.pyc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2391" y="2080260"/>
            <a:ext cx="2638425" cy="109601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231775" rIns="0" bIns="0" rtlCol="0">
            <a:spAutoFit/>
          </a:bodyPr>
          <a:lstStyle/>
          <a:p>
            <a:pPr marL="803275" marR="542925" indent="-247015">
              <a:lnSpc>
                <a:spcPts val="1939"/>
              </a:lnSpc>
              <a:spcBef>
                <a:spcPts val="1825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compiled bytecode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8655" y="4636008"/>
            <a:ext cx="2638425" cy="109601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546100" marR="552450" indent="1270" algn="ctr">
              <a:lnSpc>
                <a:spcPts val="1939"/>
              </a:lnSpc>
              <a:spcBef>
                <a:spcPts val="1210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created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optimizations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22391" y="4044696"/>
            <a:ext cx="2638425" cy="46355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R="88265" algn="ctr">
              <a:lnSpc>
                <a:spcPct val="100000"/>
              </a:lnSpc>
              <a:spcBef>
                <a:spcPts val="400"/>
              </a:spcBef>
            </a:pP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.pyw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22391" y="4636008"/>
            <a:ext cx="2638425" cy="109601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256540" rIns="0" bIns="0" rtlCol="0">
            <a:spAutoFit/>
          </a:bodyPr>
          <a:lstStyle/>
          <a:p>
            <a:pPr marL="561975" marR="490855" indent="-160020">
              <a:lnSpc>
                <a:spcPts val="1939"/>
              </a:lnSpc>
              <a:spcBef>
                <a:spcPts val="2020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script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Windows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02495" y="1490472"/>
            <a:ext cx="2638425" cy="46355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525"/>
              </a:spcBef>
            </a:pP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.pyd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02495" y="2081783"/>
            <a:ext cx="2638425" cy="109474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1800">
              <a:latin typeface="Times New Roman"/>
              <a:cs typeface="Times New Roman"/>
            </a:endParaRPr>
          </a:p>
          <a:p>
            <a:pPr marL="1146810" marR="385445" indent="-672465">
              <a:lnSpc>
                <a:spcPts val="1939"/>
              </a:lnSpc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Windows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DLL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72018" y="3972814"/>
            <a:ext cx="74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solidFill>
                  <a:srgbClr val="EDA039"/>
                </a:solidFill>
                <a:latin typeface="Verdana"/>
                <a:cs typeface="Verdana"/>
              </a:rPr>
              <a:t>06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02495" y="4055364"/>
            <a:ext cx="2638425" cy="46355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R="88900" algn="ctr">
              <a:lnSpc>
                <a:spcPct val="100000"/>
              </a:lnSpc>
              <a:spcBef>
                <a:spcPts val="400"/>
              </a:spcBef>
            </a:pP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.pyz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02495" y="4646676"/>
            <a:ext cx="2638425" cy="1096010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251460" rIns="0" bIns="0" rtlCol="0">
            <a:spAutoFit/>
          </a:bodyPr>
          <a:lstStyle/>
          <a:p>
            <a:pPr marL="854075" marR="452120" indent="-413384">
              <a:lnSpc>
                <a:spcPts val="1950"/>
              </a:lnSpc>
              <a:spcBef>
                <a:spcPts val="1980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script archive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5900" y="1042416"/>
            <a:ext cx="4297045" cy="1875789"/>
            <a:chOff x="1485900" y="1042416"/>
            <a:chExt cx="4297045" cy="1875789"/>
          </a:xfrm>
        </p:grpSpPr>
        <p:sp>
          <p:nvSpPr>
            <p:cNvPr id="3" name="object 3"/>
            <p:cNvSpPr/>
            <p:nvPr/>
          </p:nvSpPr>
          <p:spPr>
            <a:xfrm>
              <a:off x="3906011" y="1458468"/>
              <a:ext cx="1849120" cy="1161415"/>
            </a:xfrm>
            <a:custGeom>
              <a:avLst/>
              <a:gdLst/>
              <a:ahLst/>
              <a:cxnLst/>
              <a:rect l="l" t="t" r="r" b="b"/>
              <a:pathLst>
                <a:path w="1849120" h="1161414">
                  <a:moveTo>
                    <a:pt x="1554352" y="0"/>
                  </a:moveTo>
                  <a:lnTo>
                    <a:pt x="1429385" y="32131"/>
                  </a:lnTo>
                  <a:lnTo>
                    <a:pt x="1381583" y="47535"/>
                  </a:lnTo>
                  <a:lnTo>
                    <a:pt x="1334197" y="63848"/>
                  </a:lnTo>
                  <a:lnTo>
                    <a:pt x="1287238" y="81060"/>
                  </a:lnTo>
                  <a:lnTo>
                    <a:pt x="1240714" y="99160"/>
                  </a:lnTo>
                  <a:lnTo>
                    <a:pt x="1194637" y="118139"/>
                  </a:lnTo>
                  <a:lnTo>
                    <a:pt x="1149017" y="137986"/>
                  </a:lnTo>
                  <a:lnTo>
                    <a:pt x="1103863" y="158691"/>
                  </a:lnTo>
                  <a:lnTo>
                    <a:pt x="1059187" y="180243"/>
                  </a:lnTo>
                  <a:lnTo>
                    <a:pt x="1014998" y="202632"/>
                  </a:lnTo>
                  <a:lnTo>
                    <a:pt x="971306" y="225848"/>
                  </a:lnTo>
                  <a:lnTo>
                    <a:pt x="928122" y="249881"/>
                  </a:lnTo>
                  <a:lnTo>
                    <a:pt x="885457" y="274720"/>
                  </a:lnTo>
                  <a:lnTo>
                    <a:pt x="843319" y="300355"/>
                  </a:lnTo>
                  <a:lnTo>
                    <a:pt x="801720" y="326777"/>
                  </a:lnTo>
                  <a:lnTo>
                    <a:pt x="760670" y="353973"/>
                  </a:lnTo>
                  <a:lnTo>
                    <a:pt x="720178" y="381935"/>
                  </a:lnTo>
                  <a:lnTo>
                    <a:pt x="680255" y="410652"/>
                  </a:lnTo>
                  <a:lnTo>
                    <a:pt x="640912" y="440114"/>
                  </a:lnTo>
                  <a:lnTo>
                    <a:pt x="602158" y="470310"/>
                  </a:lnTo>
                  <a:lnTo>
                    <a:pt x="564004" y="501231"/>
                  </a:lnTo>
                  <a:lnTo>
                    <a:pt x="526460" y="532865"/>
                  </a:lnTo>
                  <a:lnTo>
                    <a:pt x="489536" y="565203"/>
                  </a:lnTo>
                  <a:lnTo>
                    <a:pt x="453243" y="598234"/>
                  </a:lnTo>
                  <a:lnTo>
                    <a:pt x="417590" y="631949"/>
                  </a:lnTo>
                  <a:lnTo>
                    <a:pt x="382588" y="666336"/>
                  </a:lnTo>
                  <a:lnTo>
                    <a:pt x="348247" y="701386"/>
                  </a:lnTo>
                  <a:lnTo>
                    <a:pt x="314577" y="737088"/>
                  </a:lnTo>
                  <a:lnTo>
                    <a:pt x="281589" y="773433"/>
                  </a:lnTo>
                  <a:lnTo>
                    <a:pt x="249292" y="810408"/>
                  </a:lnTo>
                  <a:lnTo>
                    <a:pt x="217698" y="848006"/>
                  </a:lnTo>
                  <a:lnTo>
                    <a:pt x="186815" y="886215"/>
                  </a:lnTo>
                  <a:lnTo>
                    <a:pt x="156655" y="925024"/>
                  </a:lnTo>
                  <a:lnTo>
                    <a:pt x="127228" y="964424"/>
                  </a:lnTo>
                  <a:lnTo>
                    <a:pt x="98543" y="1004405"/>
                  </a:lnTo>
                  <a:lnTo>
                    <a:pt x="70612" y="1044956"/>
                  </a:lnTo>
                  <a:lnTo>
                    <a:pt x="0" y="1161288"/>
                  </a:lnTo>
                  <a:lnTo>
                    <a:pt x="1219580" y="1161288"/>
                  </a:lnTo>
                  <a:lnTo>
                    <a:pt x="1266518" y="1159560"/>
                  </a:lnTo>
                  <a:lnTo>
                    <a:pt x="1312521" y="1154460"/>
                  </a:lnTo>
                  <a:lnTo>
                    <a:pt x="1357466" y="1146107"/>
                  </a:lnTo>
                  <a:lnTo>
                    <a:pt x="1401231" y="1134625"/>
                  </a:lnTo>
                  <a:lnTo>
                    <a:pt x="1443696" y="1120134"/>
                  </a:lnTo>
                  <a:lnTo>
                    <a:pt x="1484738" y="1102757"/>
                  </a:lnTo>
                  <a:lnTo>
                    <a:pt x="1524236" y="1082616"/>
                  </a:lnTo>
                  <a:lnTo>
                    <a:pt x="1562068" y="1059831"/>
                  </a:lnTo>
                  <a:lnTo>
                    <a:pt x="1598112" y="1034525"/>
                  </a:lnTo>
                  <a:lnTo>
                    <a:pt x="1632247" y="1006819"/>
                  </a:lnTo>
                  <a:lnTo>
                    <a:pt x="1664350" y="976836"/>
                  </a:lnTo>
                  <a:lnTo>
                    <a:pt x="1694301" y="944696"/>
                  </a:lnTo>
                  <a:lnTo>
                    <a:pt x="1721976" y="910522"/>
                  </a:lnTo>
                  <a:lnTo>
                    <a:pt x="1747256" y="874436"/>
                  </a:lnTo>
                  <a:lnTo>
                    <a:pt x="1770017" y="836558"/>
                  </a:lnTo>
                  <a:lnTo>
                    <a:pt x="1790138" y="797011"/>
                  </a:lnTo>
                  <a:lnTo>
                    <a:pt x="1807498" y="755917"/>
                  </a:lnTo>
                  <a:lnTo>
                    <a:pt x="1821974" y="713397"/>
                  </a:lnTo>
                  <a:lnTo>
                    <a:pt x="1833445" y="669573"/>
                  </a:lnTo>
                  <a:lnTo>
                    <a:pt x="1841790" y="624567"/>
                  </a:lnTo>
                  <a:lnTo>
                    <a:pt x="1846886" y="578500"/>
                  </a:lnTo>
                  <a:lnTo>
                    <a:pt x="1848612" y="531495"/>
                  </a:lnTo>
                  <a:lnTo>
                    <a:pt x="1846683" y="481801"/>
                  </a:lnTo>
                  <a:lnTo>
                    <a:pt x="1840994" y="433167"/>
                  </a:lnTo>
                  <a:lnTo>
                    <a:pt x="1831687" y="385737"/>
                  </a:lnTo>
                  <a:lnTo>
                    <a:pt x="1818906" y="339653"/>
                  </a:lnTo>
                  <a:lnTo>
                    <a:pt x="1802794" y="295061"/>
                  </a:lnTo>
                  <a:lnTo>
                    <a:pt x="1783496" y="252103"/>
                  </a:lnTo>
                  <a:lnTo>
                    <a:pt x="1761155" y="210924"/>
                  </a:lnTo>
                  <a:lnTo>
                    <a:pt x="1735915" y="171669"/>
                  </a:lnTo>
                  <a:lnTo>
                    <a:pt x="1707918" y="134480"/>
                  </a:lnTo>
                  <a:lnTo>
                    <a:pt x="1677309" y="99501"/>
                  </a:lnTo>
                  <a:lnTo>
                    <a:pt x="1644231" y="66878"/>
                  </a:lnTo>
                  <a:lnTo>
                    <a:pt x="1608828" y="36753"/>
                  </a:lnTo>
                  <a:lnTo>
                    <a:pt x="1571243" y="9271"/>
                  </a:lnTo>
                  <a:lnTo>
                    <a:pt x="1554352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5900" y="1042416"/>
              <a:ext cx="4296918" cy="18752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800" y="1360932"/>
              <a:ext cx="3631691" cy="12588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3732" y="1627632"/>
              <a:ext cx="959358" cy="113461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024373" y="1771268"/>
            <a:ext cx="307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31135" y="1692097"/>
            <a:ext cx="13569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Network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35" dirty="0">
                <a:solidFill>
                  <a:srgbClr val="767070"/>
                </a:solidFill>
                <a:latin typeface="Verdana"/>
                <a:cs typeface="Verdana"/>
              </a:rPr>
              <a:t>Programing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88608" y="1042416"/>
            <a:ext cx="4297045" cy="1875789"/>
            <a:chOff x="6388608" y="1042416"/>
            <a:chExt cx="4297045" cy="1875789"/>
          </a:xfrm>
        </p:grpSpPr>
        <p:sp>
          <p:nvSpPr>
            <p:cNvPr id="10" name="object 10"/>
            <p:cNvSpPr/>
            <p:nvPr/>
          </p:nvSpPr>
          <p:spPr>
            <a:xfrm>
              <a:off x="6437376" y="1458468"/>
              <a:ext cx="1849120" cy="1161415"/>
            </a:xfrm>
            <a:custGeom>
              <a:avLst/>
              <a:gdLst/>
              <a:ahLst/>
              <a:cxnLst/>
              <a:rect l="l" t="t" r="r" b="b"/>
              <a:pathLst>
                <a:path w="1849120" h="1161414">
                  <a:moveTo>
                    <a:pt x="294258" y="0"/>
                  </a:moveTo>
                  <a:lnTo>
                    <a:pt x="238338" y="37914"/>
                  </a:lnTo>
                  <a:lnTo>
                    <a:pt x="201672" y="69406"/>
                  </a:lnTo>
                  <a:lnTo>
                    <a:pt x="167532" y="103584"/>
                  </a:lnTo>
                  <a:lnTo>
                    <a:pt x="136078" y="140288"/>
                  </a:lnTo>
                  <a:lnTo>
                    <a:pt x="107473" y="179355"/>
                  </a:lnTo>
                  <a:lnTo>
                    <a:pt x="81878" y="220625"/>
                  </a:lnTo>
                  <a:lnTo>
                    <a:pt x="59454" y="263935"/>
                  </a:lnTo>
                  <a:lnTo>
                    <a:pt x="40363" y="309125"/>
                  </a:lnTo>
                  <a:lnTo>
                    <a:pt x="24767" y="356032"/>
                  </a:lnTo>
                  <a:lnTo>
                    <a:pt x="12826" y="404495"/>
                  </a:lnTo>
                  <a:lnTo>
                    <a:pt x="0" y="531495"/>
                  </a:lnTo>
                  <a:lnTo>
                    <a:pt x="12826" y="658368"/>
                  </a:lnTo>
                  <a:lnTo>
                    <a:pt x="24367" y="705521"/>
                  </a:lnTo>
                  <a:lnTo>
                    <a:pt x="39373" y="751208"/>
                  </a:lnTo>
                  <a:lnTo>
                    <a:pt x="57695" y="795281"/>
                  </a:lnTo>
                  <a:lnTo>
                    <a:pt x="79185" y="837589"/>
                  </a:lnTo>
                  <a:lnTo>
                    <a:pt x="103692" y="877985"/>
                  </a:lnTo>
                  <a:lnTo>
                    <a:pt x="131068" y="916319"/>
                  </a:lnTo>
                  <a:lnTo>
                    <a:pt x="161164" y="952442"/>
                  </a:lnTo>
                  <a:lnTo>
                    <a:pt x="193830" y="986205"/>
                  </a:lnTo>
                  <a:lnTo>
                    <a:pt x="228917" y="1017460"/>
                  </a:lnTo>
                  <a:lnTo>
                    <a:pt x="266276" y="1046057"/>
                  </a:lnTo>
                  <a:lnTo>
                    <a:pt x="305758" y="1071848"/>
                  </a:lnTo>
                  <a:lnTo>
                    <a:pt x="347213" y="1094683"/>
                  </a:lnTo>
                  <a:lnTo>
                    <a:pt x="390492" y="1114414"/>
                  </a:lnTo>
                  <a:lnTo>
                    <a:pt x="435447" y="1130891"/>
                  </a:lnTo>
                  <a:lnTo>
                    <a:pt x="481927" y="1143966"/>
                  </a:lnTo>
                  <a:lnTo>
                    <a:pt x="529784" y="1153490"/>
                  </a:lnTo>
                  <a:lnTo>
                    <a:pt x="578868" y="1159313"/>
                  </a:lnTo>
                  <a:lnTo>
                    <a:pt x="629030" y="1161288"/>
                  </a:lnTo>
                  <a:lnTo>
                    <a:pt x="1848612" y="1161288"/>
                  </a:lnTo>
                  <a:lnTo>
                    <a:pt x="1778000" y="1044956"/>
                  </a:lnTo>
                  <a:lnTo>
                    <a:pt x="1750068" y="1004405"/>
                  </a:lnTo>
                  <a:lnTo>
                    <a:pt x="1721383" y="964424"/>
                  </a:lnTo>
                  <a:lnTo>
                    <a:pt x="1691956" y="925024"/>
                  </a:lnTo>
                  <a:lnTo>
                    <a:pt x="1661796" y="886215"/>
                  </a:lnTo>
                  <a:lnTo>
                    <a:pt x="1630913" y="848006"/>
                  </a:lnTo>
                  <a:lnTo>
                    <a:pt x="1599319" y="810408"/>
                  </a:lnTo>
                  <a:lnTo>
                    <a:pt x="1567022" y="773433"/>
                  </a:lnTo>
                  <a:lnTo>
                    <a:pt x="1534034" y="737088"/>
                  </a:lnTo>
                  <a:lnTo>
                    <a:pt x="1500364" y="701386"/>
                  </a:lnTo>
                  <a:lnTo>
                    <a:pt x="1466023" y="666336"/>
                  </a:lnTo>
                  <a:lnTo>
                    <a:pt x="1431021" y="631949"/>
                  </a:lnTo>
                  <a:lnTo>
                    <a:pt x="1395368" y="598234"/>
                  </a:lnTo>
                  <a:lnTo>
                    <a:pt x="1359075" y="565203"/>
                  </a:lnTo>
                  <a:lnTo>
                    <a:pt x="1322151" y="532865"/>
                  </a:lnTo>
                  <a:lnTo>
                    <a:pt x="1284607" y="501231"/>
                  </a:lnTo>
                  <a:lnTo>
                    <a:pt x="1246453" y="470310"/>
                  </a:lnTo>
                  <a:lnTo>
                    <a:pt x="1207699" y="440114"/>
                  </a:lnTo>
                  <a:lnTo>
                    <a:pt x="1168356" y="410652"/>
                  </a:lnTo>
                  <a:lnTo>
                    <a:pt x="1128433" y="381935"/>
                  </a:lnTo>
                  <a:lnTo>
                    <a:pt x="1087941" y="353973"/>
                  </a:lnTo>
                  <a:lnTo>
                    <a:pt x="1046891" y="326777"/>
                  </a:lnTo>
                  <a:lnTo>
                    <a:pt x="1005292" y="300355"/>
                  </a:lnTo>
                  <a:lnTo>
                    <a:pt x="963154" y="274720"/>
                  </a:lnTo>
                  <a:lnTo>
                    <a:pt x="920489" y="249881"/>
                  </a:lnTo>
                  <a:lnTo>
                    <a:pt x="877305" y="225848"/>
                  </a:lnTo>
                  <a:lnTo>
                    <a:pt x="833613" y="202632"/>
                  </a:lnTo>
                  <a:lnTo>
                    <a:pt x="789424" y="180243"/>
                  </a:lnTo>
                  <a:lnTo>
                    <a:pt x="744748" y="158691"/>
                  </a:lnTo>
                  <a:lnTo>
                    <a:pt x="699594" y="137986"/>
                  </a:lnTo>
                  <a:lnTo>
                    <a:pt x="653974" y="118139"/>
                  </a:lnTo>
                  <a:lnTo>
                    <a:pt x="607897" y="99160"/>
                  </a:lnTo>
                  <a:lnTo>
                    <a:pt x="561373" y="81060"/>
                  </a:lnTo>
                  <a:lnTo>
                    <a:pt x="514414" y="63848"/>
                  </a:lnTo>
                  <a:lnTo>
                    <a:pt x="467028" y="47535"/>
                  </a:lnTo>
                  <a:lnTo>
                    <a:pt x="419226" y="32131"/>
                  </a:lnTo>
                  <a:lnTo>
                    <a:pt x="294258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8608" y="1042416"/>
              <a:ext cx="4296918" cy="187528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1508" y="1360932"/>
              <a:ext cx="3631692" cy="12588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7104" y="1662684"/>
              <a:ext cx="959357" cy="113461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857745" y="1806067"/>
            <a:ext cx="307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0623" y="2951988"/>
            <a:ext cx="4258310" cy="1896745"/>
            <a:chOff x="420623" y="2951988"/>
            <a:chExt cx="4258310" cy="1896745"/>
          </a:xfrm>
        </p:grpSpPr>
        <p:sp>
          <p:nvSpPr>
            <p:cNvPr id="16" name="object 16"/>
            <p:cNvSpPr/>
            <p:nvPr/>
          </p:nvSpPr>
          <p:spPr>
            <a:xfrm>
              <a:off x="3540251" y="3270504"/>
              <a:ext cx="1138555" cy="1280160"/>
            </a:xfrm>
            <a:custGeom>
              <a:avLst/>
              <a:gdLst/>
              <a:ahLst/>
              <a:cxnLst/>
              <a:rect l="l" t="t" r="r" b="b"/>
              <a:pathLst>
                <a:path w="1138554" h="1280160">
                  <a:moveTo>
                    <a:pt x="499363" y="0"/>
                  </a:moveTo>
                  <a:lnTo>
                    <a:pt x="89535" y="0"/>
                  </a:lnTo>
                  <a:lnTo>
                    <a:pt x="51815" y="146812"/>
                  </a:lnTo>
                  <a:lnTo>
                    <a:pt x="42125" y="196934"/>
                  </a:lnTo>
                  <a:lnTo>
                    <a:pt x="33406" y="247399"/>
                  </a:lnTo>
                  <a:lnTo>
                    <a:pt x="25669" y="298195"/>
                  </a:lnTo>
                  <a:lnTo>
                    <a:pt x="18928" y="349315"/>
                  </a:lnTo>
                  <a:lnTo>
                    <a:pt x="13192" y="400748"/>
                  </a:lnTo>
                  <a:lnTo>
                    <a:pt x="8473" y="452486"/>
                  </a:lnTo>
                  <a:lnTo>
                    <a:pt x="4783" y="504520"/>
                  </a:lnTo>
                  <a:lnTo>
                    <a:pt x="2133" y="556841"/>
                  </a:lnTo>
                  <a:lnTo>
                    <a:pt x="535" y="609438"/>
                  </a:lnTo>
                  <a:lnTo>
                    <a:pt x="0" y="662305"/>
                  </a:lnTo>
                  <a:lnTo>
                    <a:pt x="535" y="715136"/>
                  </a:lnTo>
                  <a:lnTo>
                    <a:pt x="2133" y="767706"/>
                  </a:lnTo>
                  <a:lnTo>
                    <a:pt x="4783" y="820005"/>
                  </a:lnTo>
                  <a:lnTo>
                    <a:pt x="8473" y="872023"/>
                  </a:lnTo>
                  <a:lnTo>
                    <a:pt x="13192" y="923750"/>
                  </a:lnTo>
                  <a:lnTo>
                    <a:pt x="18928" y="975176"/>
                  </a:lnTo>
                  <a:lnTo>
                    <a:pt x="25669" y="1026290"/>
                  </a:lnTo>
                  <a:lnTo>
                    <a:pt x="33406" y="1077084"/>
                  </a:lnTo>
                  <a:lnTo>
                    <a:pt x="42125" y="1127548"/>
                  </a:lnTo>
                  <a:lnTo>
                    <a:pt x="51815" y="1177671"/>
                  </a:lnTo>
                  <a:lnTo>
                    <a:pt x="78232" y="1280160"/>
                  </a:lnTo>
                  <a:lnTo>
                    <a:pt x="499363" y="1280160"/>
                  </a:lnTo>
                  <a:lnTo>
                    <a:pt x="547056" y="1278404"/>
                  </a:lnTo>
                  <a:lnTo>
                    <a:pt x="593797" y="1273221"/>
                  </a:lnTo>
                  <a:lnTo>
                    <a:pt x="639462" y="1264733"/>
                  </a:lnTo>
                  <a:lnTo>
                    <a:pt x="683929" y="1253064"/>
                  </a:lnTo>
                  <a:lnTo>
                    <a:pt x="727073" y="1238338"/>
                  </a:lnTo>
                  <a:lnTo>
                    <a:pt x="768771" y="1220679"/>
                  </a:lnTo>
                  <a:lnTo>
                    <a:pt x="808900" y="1200210"/>
                  </a:lnTo>
                  <a:lnTo>
                    <a:pt x="847335" y="1177054"/>
                  </a:lnTo>
                  <a:lnTo>
                    <a:pt x="883953" y="1151336"/>
                  </a:lnTo>
                  <a:lnTo>
                    <a:pt x="918631" y="1123179"/>
                  </a:lnTo>
                  <a:lnTo>
                    <a:pt x="951245" y="1092708"/>
                  </a:lnTo>
                  <a:lnTo>
                    <a:pt x="981672" y="1060044"/>
                  </a:lnTo>
                  <a:lnTo>
                    <a:pt x="1009787" y="1025313"/>
                  </a:lnTo>
                  <a:lnTo>
                    <a:pt x="1035467" y="988637"/>
                  </a:lnTo>
                  <a:lnTo>
                    <a:pt x="1058589" y="950141"/>
                  </a:lnTo>
                  <a:lnTo>
                    <a:pt x="1079029" y="909948"/>
                  </a:lnTo>
                  <a:lnTo>
                    <a:pt x="1096664" y="868181"/>
                  </a:lnTo>
                  <a:lnTo>
                    <a:pt x="1111369" y="824966"/>
                  </a:lnTo>
                  <a:lnTo>
                    <a:pt x="1123022" y="780424"/>
                  </a:lnTo>
                  <a:lnTo>
                    <a:pt x="1131498" y="734680"/>
                  </a:lnTo>
                  <a:lnTo>
                    <a:pt x="1136675" y="687857"/>
                  </a:lnTo>
                  <a:lnTo>
                    <a:pt x="1138427" y="640080"/>
                  </a:lnTo>
                  <a:lnTo>
                    <a:pt x="1136675" y="592302"/>
                  </a:lnTo>
                  <a:lnTo>
                    <a:pt x="1131498" y="545479"/>
                  </a:lnTo>
                  <a:lnTo>
                    <a:pt x="1123022" y="499735"/>
                  </a:lnTo>
                  <a:lnTo>
                    <a:pt x="1111369" y="455193"/>
                  </a:lnTo>
                  <a:lnTo>
                    <a:pt x="1096664" y="411978"/>
                  </a:lnTo>
                  <a:lnTo>
                    <a:pt x="1079029" y="370211"/>
                  </a:lnTo>
                  <a:lnTo>
                    <a:pt x="1058589" y="330018"/>
                  </a:lnTo>
                  <a:lnTo>
                    <a:pt x="1035467" y="291522"/>
                  </a:lnTo>
                  <a:lnTo>
                    <a:pt x="1009787" y="254846"/>
                  </a:lnTo>
                  <a:lnTo>
                    <a:pt x="981672" y="220115"/>
                  </a:lnTo>
                  <a:lnTo>
                    <a:pt x="951245" y="187451"/>
                  </a:lnTo>
                  <a:lnTo>
                    <a:pt x="918631" y="156980"/>
                  </a:lnTo>
                  <a:lnTo>
                    <a:pt x="883953" y="128823"/>
                  </a:lnTo>
                  <a:lnTo>
                    <a:pt x="847335" y="103105"/>
                  </a:lnTo>
                  <a:lnTo>
                    <a:pt x="808900" y="79949"/>
                  </a:lnTo>
                  <a:lnTo>
                    <a:pt x="768771" y="59480"/>
                  </a:lnTo>
                  <a:lnTo>
                    <a:pt x="727073" y="41821"/>
                  </a:lnTo>
                  <a:lnTo>
                    <a:pt x="683929" y="27095"/>
                  </a:lnTo>
                  <a:lnTo>
                    <a:pt x="639462" y="15426"/>
                  </a:lnTo>
                  <a:lnTo>
                    <a:pt x="593797" y="6938"/>
                  </a:lnTo>
                  <a:lnTo>
                    <a:pt x="547056" y="1755"/>
                  </a:lnTo>
                  <a:lnTo>
                    <a:pt x="499363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0623" y="2951988"/>
              <a:ext cx="3522726" cy="189674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903" y="3270504"/>
              <a:ext cx="2872740" cy="1280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9688" y="3438144"/>
              <a:ext cx="959358" cy="113461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909440" y="3581780"/>
            <a:ext cx="307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505700" y="2951988"/>
            <a:ext cx="4239260" cy="1896745"/>
            <a:chOff x="7505700" y="2951988"/>
            <a:chExt cx="4239260" cy="1896745"/>
          </a:xfrm>
        </p:grpSpPr>
        <p:sp>
          <p:nvSpPr>
            <p:cNvPr id="22" name="object 22"/>
            <p:cNvSpPr/>
            <p:nvPr/>
          </p:nvSpPr>
          <p:spPr>
            <a:xfrm>
              <a:off x="7505700" y="3270504"/>
              <a:ext cx="1146175" cy="1280160"/>
            </a:xfrm>
            <a:custGeom>
              <a:avLst/>
              <a:gdLst/>
              <a:ahLst/>
              <a:cxnLst/>
              <a:rect l="l" t="t" r="r" b="b"/>
              <a:pathLst>
                <a:path w="1146175" h="1280160">
                  <a:moveTo>
                    <a:pt x="1056385" y="0"/>
                  </a:moveTo>
                  <a:lnTo>
                    <a:pt x="639318" y="0"/>
                  </a:lnTo>
                  <a:lnTo>
                    <a:pt x="591608" y="1755"/>
                  </a:lnTo>
                  <a:lnTo>
                    <a:pt x="544850" y="6938"/>
                  </a:lnTo>
                  <a:lnTo>
                    <a:pt x="499167" y="15426"/>
                  </a:lnTo>
                  <a:lnTo>
                    <a:pt x="454683" y="27095"/>
                  </a:lnTo>
                  <a:lnTo>
                    <a:pt x="411523" y="41821"/>
                  </a:lnTo>
                  <a:lnTo>
                    <a:pt x="369808" y="59480"/>
                  </a:lnTo>
                  <a:lnTo>
                    <a:pt x="329664" y="79949"/>
                  </a:lnTo>
                  <a:lnTo>
                    <a:pt x="291213" y="103105"/>
                  </a:lnTo>
                  <a:lnTo>
                    <a:pt x="254580" y="128823"/>
                  </a:lnTo>
                  <a:lnTo>
                    <a:pt x="219888" y="156980"/>
                  </a:lnTo>
                  <a:lnTo>
                    <a:pt x="187261" y="187451"/>
                  </a:lnTo>
                  <a:lnTo>
                    <a:pt x="156822" y="220115"/>
                  </a:lnTo>
                  <a:lnTo>
                    <a:pt x="128695" y="254846"/>
                  </a:lnTo>
                  <a:lnTo>
                    <a:pt x="103004" y="291522"/>
                  </a:lnTo>
                  <a:lnTo>
                    <a:pt x="79872" y="330018"/>
                  </a:lnTo>
                  <a:lnTo>
                    <a:pt x="59423" y="370211"/>
                  </a:lnTo>
                  <a:lnTo>
                    <a:pt x="41781" y="411978"/>
                  </a:lnTo>
                  <a:lnTo>
                    <a:pt x="27070" y="455193"/>
                  </a:lnTo>
                  <a:lnTo>
                    <a:pt x="15412" y="499735"/>
                  </a:lnTo>
                  <a:lnTo>
                    <a:pt x="6932" y="545479"/>
                  </a:lnTo>
                  <a:lnTo>
                    <a:pt x="1753" y="592302"/>
                  </a:lnTo>
                  <a:lnTo>
                    <a:pt x="0" y="640080"/>
                  </a:lnTo>
                  <a:lnTo>
                    <a:pt x="1753" y="687857"/>
                  </a:lnTo>
                  <a:lnTo>
                    <a:pt x="6932" y="734680"/>
                  </a:lnTo>
                  <a:lnTo>
                    <a:pt x="15412" y="780424"/>
                  </a:lnTo>
                  <a:lnTo>
                    <a:pt x="27070" y="824966"/>
                  </a:lnTo>
                  <a:lnTo>
                    <a:pt x="41781" y="868181"/>
                  </a:lnTo>
                  <a:lnTo>
                    <a:pt x="59423" y="909948"/>
                  </a:lnTo>
                  <a:lnTo>
                    <a:pt x="79872" y="950141"/>
                  </a:lnTo>
                  <a:lnTo>
                    <a:pt x="103004" y="988637"/>
                  </a:lnTo>
                  <a:lnTo>
                    <a:pt x="128695" y="1025313"/>
                  </a:lnTo>
                  <a:lnTo>
                    <a:pt x="156822" y="1060044"/>
                  </a:lnTo>
                  <a:lnTo>
                    <a:pt x="187261" y="1092707"/>
                  </a:lnTo>
                  <a:lnTo>
                    <a:pt x="219888" y="1123179"/>
                  </a:lnTo>
                  <a:lnTo>
                    <a:pt x="254580" y="1151336"/>
                  </a:lnTo>
                  <a:lnTo>
                    <a:pt x="291213" y="1177054"/>
                  </a:lnTo>
                  <a:lnTo>
                    <a:pt x="329664" y="1200210"/>
                  </a:lnTo>
                  <a:lnTo>
                    <a:pt x="369808" y="1220679"/>
                  </a:lnTo>
                  <a:lnTo>
                    <a:pt x="411523" y="1238338"/>
                  </a:lnTo>
                  <a:lnTo>
                    <a:pt x="454683" y="1253064"/>
                  </a:lnTo>
                  <a:lnTo>
                    <a:pt x="499167" y="1264733"/>
                  </a:lnTo>
                  <a:lnTo>
                    <a:pt x="544850" y="1273221"/>
                  </a:lnTo>
                  <a:lnTo>
                    <a:pt x="591608" y="1278404"/>
                  </a:lnTo>
                  <a:lnTo>
                    <a:pt x="639318" y="1280160"/>
                  </a:lnTo>
                  <a:lnTo>
                    <a:pt x="1067816" y="1280160"/>
                  </a:lnTo>
                  <a:lnTo>
                    <a:pt x="1094104" y="1177671"/>
                  </a:lnTo>
                  <a:lnTo>
                    <a:pt x="1103830" y="1127548"/>
                  </a:lnTo>
                  <a:lnTo>
                    <a:pt x="1112576" y="1077084"/>
                  </a:lnTo>
                  <a:lnTo>
                    <a:pt x="1120334" y="1026290"/>
                  </a:lnTo>
                  <a:lnTo>
                    <a:pt x="1127092" y="975176"/>
                  </a:lnTo>
                  <a:lnTo>
                    <a:pt x="1132840" y="923750"/>
                  </a:lnTo>
                  <a:lnTo>
                    <a:pt x="1137566" y="872023"/>
                  </a:lnTo>
                  <a:lnTo>
                    <a:pt x="1141261" y="820005"/>
                  </a:lnTo>
                  <a:lnTo>
                    <a:pt x="1143913" y="767706"/>
                  </a:lnTo>
                  <a:lnTo>
                    <a:pt x="1145512" y="715136"/>
                  </a:lnTo>
                  <a:lnTo>
                    <a:pt x="1146048" y="662305"/>
                  </a:lnTo>
                  <a:lnTo>
                    <a:pt x="1145512" y="609438"/>
                  </a:lnTo>
                  <a:lnTo>
                    <a:pt x="1143913" y="556841"/>
                  </a:lnTo>
                  <a:lnTo>
                    <a:pt x="1141261" y="504520"/>
                  </a:lnTo>
                  <a:lnTo>
                    <a:pt x="1137566" y="452486"/>
                  </a:lnTo>
                  <a:lnTo>
                    <a:pt x="1132839" y="400748"/>
                  </a:lnTo>
                  <a:lnTo>
                    <a:pt x="1127092" y="349315"/>
                  </a:lnTo>
                  <a:lnTo>
                    <a:pt x="1120334" y="298195"/>
                  </a:lnTo>
                  <a:lnTo>
                    <a:pt x="1112576" y="247399"/>
                  </a:lnTo>
                  <a:lnTo>
                    <a:pt x="1103830" y="196934"/>
                  </a:lnTo>
                  <a:lnTo>
                    <a:pt x="1094104" y="146812"/>
                  </a:lnTo>
                  <a:lnTo>
                    <a:pt x="1056385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28076" y="2951988"/>
              <a:ext cx="3516629" cy="189674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63355" y="3270504"/>
              <a:ext cx="2866644" cy="1280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84007" y="3401568"/>
              <a:ext cx="959357" cy="113461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995031" y="3545204"/>
            <a:ext cx="307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85900" y="4911817"/>
            <a:ext cx="4278630" cy="1875789"/>
            <a:chOff x="1485900" y="4911817"/>
            <a:chExt cx="4278630" cy="1875789"/>
          </a:xfrm>
        </p:grpSpPr>
        <p:sp>
          <p:nvSpPr>
            <p:cNvPr id="28" name="object 28"/>
            <p:cNvSpPr/>
            <p:nvPr/>
          </p:nvSpPr>
          <p:spPr>
            <a:xfrm>
              <a:off x="3895344" y="5230367"/>
              <a:ext cx="1859280" cy="1170940"/>
            </a:xfrm>
            <a:custGeom>
              <a:avLst/>
              <a:gdLst/>
              <a:ahLst/>
              <a:cxnLst/>
              <a:rect l="l" t="t" r="r" b="b"/>
              <a:pathLst>
                <a:path w="1859279" h="1170939">
                  <a:moveTo>
                    <a:pt x="1229867" y="0"/>
                  </a:moveTo>
                  <a:lnTo>
                    <a:pt x="0" y="0"/>
                  </a:lnTo>
                  <a:lnTo>
                    <a:pt x="80136" y="131698"/>
                  </a:lnTo>
                  <a:lnTo>
                    <a:pt x="108080" y="172196"/>
                  </a:lnTo>
                  <a:lnTo>
                    <a:pt x="136777" y="212125"/>
                  </a:lnTo>
                  <a:lnTo>
                    <a:pt x="166218" y="251474"/>
                  </a:lnTo>
                  <a:lnTo>
                    <a:pt x="196393" y="290234"/>
                  </a:lnTo>
                  <a:lnTo>
                    <a:pt x="227292" y="328394"/>
                  </a:lnTo>
                  <a:lnTo>
                    <a:pt x="258903" y="365943"/>
                  </a:lnTo>
                  <a:lnTo>
                    <a:pt x="291218" y="402873"/>
                  </a:lnTo>
                  <a:lnTo>
                    <a:pt x="324225" y="439171"/>
                  </a:lnTo>
                  <a:lnTo>
                    <a:pt x="357914" y="474828"/>
                  </a:lnTo>
                  <a:lnTo>
                    <a:pt x="392275" y="509834"/>
                  </a:lnTo>
                  <a:lnTo>
                    <a:pt x="427298" y="544179"/>
                  </a:lnTo>
                  <a:lnTo>
                    <a:pt x="462973" y="577852"/>
                  </a:lnTo>
                  <a:lnTo>
                    <a:pt x="499288" y="610842"/>
                  </a:lnTo>
                  <a:lnTo>
                    <a:pt x="536235" y="643141"/>
                  </a:lnTo>
                  <a:lnTo>
                    <a:pt x="573803" y="674736"/>
                  </a:lnTo>
                  <a:lnTo>
                    <a:pt x="611980" y="705619"/>
                  </a:lnTo>
                  <a:lnTo>
                    <a:pt x="650758" y="735778"/>
                  </a:lnTo>
                  <a:lnTo>
                    <a:pt x="690126" y="765205"/>
                  </a:lnTo>
                  <a:lnTo>
                    <a:pt x="730073" y="793887"/>
                  </a:lnTo>
                  <a:lnTo>
                    <a:pt x="770590" y="821815"/>
                  </a:lnTo>
                  <a:lnTo>
                    <a:pt x="811666" y="848979"/>
                  </a:lnTo>
                  <a:lnTo>
                    <a:pt x="853290" y="875369"/>
                  </a:lnTo>
                  <a:lnTo>
                    <a:pt x="895453" y="900974"/>
                  </a:lnTo>
                  <a:lnTo>
                    <a:pt x="938144" y="925784"/>
                  </a:lnTo>
                  <a:lnTo>
                    <a:pt x="981353" y="949788"/>
                  </a:lnTo>
                  <a:lnTo>
                    <a:pt x="1025070" y="972977"/>
                  </a:lnTo>
                  <a:lnTo>
                    <a:pt x="1069284" y="995340"/>
                  </a:lnTo>
                  <a:lnTo>
                    <a:pt x="1113986" y="1016867"/>
                  </a:lnTo>
                  <a:lnTo>
                    <a:pt x="1159164" y="1037547"/>
                  </a:lnTo>
                  <a:lnTo>
                    <a:pt x="1204809" y="1057371"/>
                  </a:lnTo>
                  <a:lnTo>
                    <a:pt x="1250910" y="1076327"/>
                  </a:lnTo>
                  <a:lnTo>
                    <a:pt x="1297457" y="1094407"/>
                  </a:lnTo>
                  <a:lnTo>
                    <a:pt x="1344440" y="1111599"/>
                  </a:lnTo>
                  <a:lnTo>
                    <a:pt x="1391848" y="1127893"/>
                  </a:lnTo>
                  <a:lnTo>
                    <a:pt x="1439671" y="1143279"/>
                  </a:lnTo>
                  <a:lnTo>
                    <a:pt x="1545335" y="1170431"/>
                  </a:lnTo>
                  <a:lnTo>
                    <a:pt x="1581784" y="1150708"/>
                  </a:lnTo>
                  <a:lnTo>
                    <a:pt x="1619371" y="1123251"/>
                  </a:lnTo>
                  <a:lnTo>
                    <a:pt x="1654780" y="1093155"/>
                  </a:lnTo>
                  <a:lnTo>
                    <a:pt x="1687867" y="1060564"/>
                  </a:lnTo>
                  <a:lnTo>
                    <a:pt x="1718488" y="1025621"/>
                  </a:lnTo>
                  <a:lnTo>
                    <a:pt x="1746497" y="988471"/>
                  </a:lnTo>
                  <a:lnTo>
                    <a:pt x="1771752" y="949258"/>
                  </a:lnTo>
                  <a:lnTo>
                    <a:pt x="1794108" y="908124"/>
                  </a:lnTo>
                  <a:lnTo>
                    <a:pt x="1813420" y="865215"/>
                  </a:lnTo>
                  <a:lnTo>
                    <a:pt x="1829545" y="820674"/>
                  </a:lnTo>
                  <a:lnTo>
                    <a:pt x="1842337" y="774645"/>
                  </a:lnTo>
                  <a:lnTo>
                    <a:pt x="1851653" y="727272"/>
                  </a:lnTo>
                  <a:lnTo>
                    <a:pt x="1857349" y="678699"/>
                  </a:lnTo>
                  <a:lnTo>
                    <a:pt x="1859279" y="629069"/>
                  </a:lnTo>
                  <a:lnTo>
                    <a:pt x="1857553" y="582126"/>
                  </a:lnTo>
                  <a:lnTo>
                    <a:pt x="1852455" y="536119"/>
                  </a:lnTo>
                  <a:lnTo>
                    <a:pt x="1844106" y="491170"/>
                  </a:lnTo>
                  <a:lnTo>
                    <a:pt x="1832630" y="447401"/>
                  </a:lnTo>
                  <a:lnTo>
                    <a:pt x="1818146" y="404932"/>
                  </a:lnTo>
                  <a:lnTo>
                    <a:pt x="1800778" y="363887"/>
                  </a:lnTo>
                  <a:lnTo>
                    <a:pt x="1780646" y="324387"/>
                  </a:lnTo>
                  <a:lnTo>
                    <a:pt x="1757873" y="286553"/>
                  </a:lnTo>
                  <a:lnTo>
                    <a:pt x="1732581" y="250506"/>
                  </a:lnTo>
                  <a:lnTo>
                    <a:pt x="1704890" y="216370"/>
                  </a:lnTo>
                  <a:lnTo>
                    <a:pt x="1674923" y="184265"/>
                  </a:lnTo>
                  <a:lnTo>
                    <a:pt x="1642802" y="154314"/>
                  </a:lnTo>
                  <a:lnTo>
                    <a:pt x="1608647" y="126637"/>
                  </a:lnTo>
                  <a:lnTo>
                    <a:pt x="1572582" y="101357"/>
                  </a:lnTo>
                  <a:lnTo>
                    <a:pt x="1534727" y="78595"/>
                  </a:lnTo>
                  <a:lnTo>
                    <a:pt x="1495205" y="58474"/>
                  </a:lnTo>
                  <a:lnTo>
                    <a:pt x="1454137" y="41114"/>
                  </a:lnTo>
                  <a:lnTo>
                    <a:pt x="1411644" y="26637"/>
                  </a:lnTo>
                  <a:lnTo>
                    <a:pt x="1367849" y="15166"/>
                  </a:lnTo>
                  <a:lnTo>
                    <a:pt x="1322874" y="6821"/>
                  </a:lnTo>
                  <a:lnTo>
                    <a:pt x="1276839" y="1725"/>
                  </a:lnTo>
                  <a:lnTo>
                    <a:pt x="1229867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85900" y="4911817"/>
              <a:ext cx="4278503" cy="187528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28800" y="5230367"/>
              <a:ext cx="3613404" cy="12588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67427" y="5262371"/>
              <a:ext cx="959358" cy="113461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878070" y="5406034"/>
            <a:ext cx="307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06896" y="4911817"/>
            <a:ext cx="4278630" cy="1875789"/>
            <a:chOff x="6406896" y="4911817"/>
            <a:chExt cx="4278630" cy="1875789"/>
          </a:xfrm>
        </p:grpSpPr>
        <p:sp>
          <p:nvSpPr>
            <p:cNvPr id="34" name="object 34"/>
            <p:cNvSpPr/>
            <p:nvPr/>
          </p:nvSpPr>
          <p:spPr>
            <a:xfrm>
              <a:off x="6437376" y="5230367"/>
              <a:ext cx="1859280" cy="1170940"/>
            </a:xfrm>
            <a:custGeom>
              <a:avLst/>
              <a:gdLst/>
              <a:ahLst/>
              <a:cxnLst/>
              <a:rect l="l" t="t" r="r" b="b"/>
              <a:pathLst>
                <a:path w="1859279" h="1170939">
                  <a:moveTo>
                    <a:pt x="1859279" y="0"/>
                  </a:moveTo>
                  <a:lnTo>
                    <a:pt x="629412" y="0"/>
                  </a:lnTo>
                  <a:lnTo>
                    <a:pt x="579209" y="1971"/>
                  </a:lnTo>
                  <a:lnTo>
                    <a:pt x="530089" y="7788"/>
                  </a:lnTo>
                  <a:lnTo>
                    <a:pt x="482200" y="17300"/>
                  </a:lnTo>
                  <a:lnTo>
                    <a:pt x="435692" y="30360"/>
                  </a:lnTo>
                  <a:lnTo>
                    <a:pt x="390712" y="46817"/>
                  </a:lnTo>
                  <a:lnTo>
                    <a:pt x="347410" y="66524"/>
                  </a:lnTo>
                  <a:lnTo>
                    <a:pt x="305935" y="89331"/>
                  </a:lnTo>
                  <a:lnTo>
                    <a:pt x="266435" y="115090"/>
                  </a:lnTo>
                  <a:lnTo>
                    <a:pt x="229060" y="143652"/>
                  </a:lnTo>
                  <a:lnTo>
                    <a:pt x="193957" y="174868"/>
                  </a:lnTo>
                  <a:lnTo>
                    <a:pt x="161277" y="208590"/>
                  </a:lnTo>
                  <a:lnTo>
                    <a:pt x="131167" y="244667"/>
                  </a:lnTo>
                  <a:lnTo>
                    <a:pt x="103777" y="282953"/>
                  </a:lnTo>
                  <a:lnTo>
                    <a:pt x="79255" y="323297"/>
                  </a:lnTo>
                  <a:lnTo>
                    <a:pt x="57750" y="365551"/>
                  </a:lnTo>
                  <a:lnTo>
                    <a:pt x="39411" y="409566"/>
                  </a:lnTo>
                  <a:lnTo>
                    <a:pt x="24387" y="455193"/>
                  </a:lnTo>
                  <a:lnTo>
                    <a:pt x="12826" y="502284"/>
                  </a:lnTo>
                  <a:lnTo>
                    <a:pt x="0" y="629069"/>
                  </a:lnTo>
                  <a:lnTo>
                    <a:pt x="12826" y="755853"/>
                  </a:lnTo>
                  <a:lnTo>
                    <a:pt x="24770" y="804271"/>
                  </a:lnTo>
                  <a:lnTo>
                    <a:pt x="40376" y="851136"/>
                  </a:lnTo>
                  <a:lnTo>
                    <a:pt x="59481" y="896284"/>
                  </a:lnTo>
                  <a:lnTo>
                    <a:pt x="81923" y="939556"/>
                  </a:lnTo>
                  <a:lnTo>
                    <a:pt x="107537" y="980789"/>
                  </a:lnTo>
                  <a:lnTo>
                    <a:pt x="136161" y="1019821"/>
                  </a:lnTo>
                  <a:lnTo>
                    <a:pt x="167632" y="1056490"/>
                  </a:lnTo>
                  <a:lnTo>
                    <a:pt x="201786" y="1090636"/>
                  </a:lnTo>
                  <a:lnTo>
                    <a:pt x="238462" y="1122096"/>
                  </a:lnTo>
                  <a:lnTo>
                    <a:pt x="277495" y="1150708"/>
                  </a:lnTo>
                  <a:lnTo>
                    <a:pt x="313944" y="1170431"/>
                  </a:lnTo>
                  <a:lnTo>
                    <a:pt x="419607" y="1143279"/>
                  </a:lnTo>
                  <a:lnTo>
                    <a:pt x="467431" y="1127893"/>
                  </a:lnTo>
                  <a:lnTo>
                    <a:pt x="514839" y="1111599"/>
                  </a:lnTo>
                  <a:lnTo>
                    <a:pt x="561822" y="1094407"/>
                  </a:lnTo>
                  <a:lnTo>
                    <a:pt x="608369" y="1076327"/>
                  </a:lnTo>
                  <a:lnTo>
                    <a:pt x="654470" y="1057371"/>
                  </a:lnTo>
                  <a:lnTo>
                    <a:pt x="700115" y="1037547"/>
                  </a:lnTo>
                  <a:lnTo>
                    <a:pt x="745293" y="1016867"/>
                  </a:lnTo>
                  <a:lnTo>
                    <a:pt x="789995" y="995340"/>
                  </a:lnTo>
                  <a:lnTo>
                    <a:pt x="834209" y="972977"/>
                  </a:lnTo>
                  <a:lnTo>
                    <a:pt x="877926" y="949788"/>
                  </a:lnTo>
                  <a:lnTo>
                    <a:pt x="921135" y="925784"/>
                  </a:lnTo>
                  <a:lnTo>
                    <a:pt x="963826" y="900974"/>
                  </a:lnTo>
                  <a:lnTo>
                    <a:pt x="1005989" y="875369"/>
                  </a:lnTo>
                  <a:lnTo>
                    <a:pt x="1047613" y="848979"/>
                  </a:lnTo>
                  <a:lnTo>
                    <a:pt x="1088689" y="821815"/>
                  </a:lnTo>
                  <a:lnTo>
                    <a:pt x="1129206" y="793887"/>
                  </a:lnTo>
                  <a:lnTo>
                    <a:pt x="1169153" y="765205"/>
                  </a:lnTo>
                  <a:lnTo>
                    <a:pt x="1208521" y="735778"/>
                  </a:lnTo>
                  <a:lnTo>
                    <a:pt x="1247299" y="705619"/>
                  </a:lnTo>
                  <a:lnTo>
                    <a:pt x="1285476" y="674736"/>
                  </a:lnTo>
                  <a:lnTo>
                    <a:pt x="1323044" y="643141"/>
                  </a:lnTo>
                  <a:lnTo>
                    <a:pt x="1359991" y="610842"/>
                  </a:lnTo>
                  <a:lnTo>
                    <a:pt x="1396306" y="577852"/>
                  </a:lnTo>
                  <a:lnTo>
                    <a:pt x="1431981" y="544179"/>
                  </a:lnTo>
                  <a:lnTo>
                    <a:pt x="1467004" y="509834"/>
                  </a:lnTo>
                  <a:lnTo>
                    <a:pt x="1501365" y="474828"/>
                  </a:lnTo>
                  <a:lnTo>
                    <a:pt x="1535054" y="439171"/>
                  </a:lnTo>
                  <a:lnTo>
                    <a:pt x="1568061" y="402873"/>
                  </a:lnTo>
                  <a:lnTo>
                    <a:pt x="1600376" y="365943"/>
                  </a:lnTo>
                  <a:lnTo>
                    <a:pt x="1631987" y="328394"/>
                  </a:lnTo>
                  <a:lnTo>
                    <a:pt x="1662886" y="290234"/>
                  </a:lnTo>
                  <a:lnTo>
                    <a:pt x="1693061" y="251474"/>
                  </a:lnTo>
                  <a:lnTo>
                    <a:pt x="1722502" y="212125"/>
                  </a:lnTo>
                  <a:lnTo>
                    <a:pt x="1751199" y="172196"/>
                  </a:lnTo>
                  <a:lnTo>
                    <a:pt x="1779143" y="131698"/>
                  </a:lnTo>
                  <a:lnTo>
                    <a:pt x="1859279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06896" y="4911817"/>
              <a:ext cx="4278503" cy="187528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49796" y="5230367"/>
              <a:ext cx="3613404" cy="12588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95872" y="5262371"/>
              <a:ext cx="959357" cy="1134618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906894" y="5406034"/>
            <a:ext cx="307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4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85464" y="281127"/>
            <a:ext cx="52438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F3863"/>
                </a:solidFill>
                <a:latin typeface="Verdana"/>
                <a:cs typeface="Verdana"/>
              </a:rPr>
              <a:t>Applications</a:t>
            </a:r>
            <a:r>
              <a:rPr sz="3200" b="1" spc="-2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1F3863"/>
                </a:solidFill>
                <a:latin typeface="Verdana"/>
                <a:cs typeface="Verdana"/>
              </a:rPr>
              <a:t>Of</a:t>
            </a:r>
            <a:r>
              <a:rPr sz="3200" b="1" spc="-20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3200" b="1" spc="-10" dirty="0">
                <a:solidFill>
                  <a:srgbClr val="1F3863"/>
                </a:solidFill>
                <a:latin typeface="Verdana"/>
                <a:cs typeface="Verdana"/>
              </a:rPr>
              <a:t>Python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80970" y="3618992"/>
            <a:ext cx="1085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" marR="5080" indent="-144780">
              <a:lnSpc>
                <a:spcPct val="100000"/>
              </a:lnSpc>
              <a:spcBef>
                <a:spcPts val="100"/>
              </a:spcBef>
            </a:pPr>
            <a:r>
              <a:rPr sz="1800" b="1" spc="-150" dirty="0">
                <a:solidFill>
                  <a:srgbClr val="C55A11"/>
                </a:solidFill>
                <a:latin typeface="Verdana"/>
                <a:cs typeface="Verdana"/>
              </a:rPr>
              <a:t>Database </a:t>
            </a:r>
            <a:r>
              <a:rPr sz="1800" b="1" spc="-10" dirty="0">
                <a:solidFill>
                  <a:srgbClr val="C55A11"/>
                </a:solidFill>
                <a:latin typeface="Verdana"/>
                <a:cs typeface="Verdana"/>
              </a:rPr>
              <a:t>Access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43519" y="1665478"/>
            <a:ext cx="17741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0" dirty="0">
                <a:solidFill>
                  <a:srgbClr val="767070"/>
                </a:solidFill>
                <a:latin typeface="Verdana"/>
                <a:cs typeface="Verdana"/>
              </a:rPr>
              <a:t>Web</a:t>
            </a:r>
            <a:r>
              <a:rPr sz="1800" b="1" spc="-28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&amp;</a:t>
            </a:r>
            <a:r>
              <a:rPr sz="1800" b="1" spc="-30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35" dirty="0">
                <a:solidFill>
                  <a:srgbClr val="767070"/>
                </a:solidFill>
                <a:latin typeface="Verdana"/>
                <a:cs typeface="Verdana"/>
              </a:rPr>
              <a:t>Internet</a:t>
            </a:r>
            <a:endParaRPr sz="1800">
              <a:latin typeface="Verdana"/>
              <a:cs typeface="Verdana"/>
            </a:endParaRPr>
          </a:p>
          <a:p>
            <a:pPr marL="134620">
              <a:lnSpc>
                <a:spcPct val="100000"/>
              </a:lnSpc>
            </a:pPr>
            <a:r>
              <a:rPr sz="1800" b="1" spc="-65" dirty="0">
                <a:solidFill>
                  <a:srgbClr val="767070"/>
                </a:solidFill>
                <a:latin typeface="Verdana"/>
                <a:cs typeface="Verdana"/>
              </a:rPr>
              <a:t>Development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676258" y="3618992"/>
            <a:ext cx="1666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 marR="5080" indent="-329565">
              <a:lnSpc>
                <a:spcPct val="100000"/>
              </a:lnSpc>
              <a:spcBef>
                <a:spcPts val="100"/>
              </a:spcBef>
            </a:pPr>
            <a:r>
              <a:rPr sz="1800" b="1" spc="-140" dirty="0">
                <a:solidFill>
                  <a:srgbClr val="C55A11"/>
                </a:solidFill>
                <a:latin typeface="Verdana"/>
                <a:cs typeface="Verdana"/>
              </a:rPr>
              <a:t>Games</a:t>
            </a:r>
            <a:r>
              <a:rPr sz="1800" b="1" spc="-2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1800" b="1" spc="-120" dirty="0">
                <a:solidFill>
                  <a:srgbClr val="C55A11"/>
                </a:solidFill>
                <a:latin typeface="Verdana"/>
                <a:cs typeface="Verdana"/>
              </a:rPr>
              <a:t>and</a:t>
            </a:r>
            <a:r>
              <a:rPr sz="1800" b="1" spc="-254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1800" b="1" spc="-65" dirty="0">
                <a:solidFill>
                  <a:srgbClr val="C55A11"/>
                </a:solidFill>
                <a:latin typeface="Verdana"/>
                <a:cs typeface="Verdana"/>
              </a:rPr>
              <a:t>3D </a:t>
            </a:r>
            <a:r>
              <a:rPr sz="1800" b="1" spc="-30" dirty="0">
                <a:solidFill>
                  <a:srgbClr val="C55A11"/>
                </a:solidFill>
                <a:latin typeface="Verdana"/>
                <a:cs typeface="Verdana"/>
              </a:rPr>
              <a:t>Graphics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843276" y="5595620"/>
            <a:ext cx="1388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767070"/>
                </a:solidFill>
                <a:latin typeface="Verdana"/>
                <a:cs typeface="Verdana"/>
              </a:rPr>
              <a:t>Business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35" dirty="0">
                <a:solidFill>
                  <a:srgbClr val="767070"/>
                </a:solidFill>
                <a:latin typeface="Verdana"/>
                <a:cs typeface="Verdana"/>
              </a:rPr>
              <a:t>Applications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55077" y="5595620"/>
            <a:ext cx="15303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767070"/>
                </a:solidFill>
                <a:latin typeface="Verdana"/>
                <a:cs typeface="Verdana"/>
              </a:rPr>
              <a:t>Software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35" dirty="0">
                <a:solidFill>
                  <a:srgbClr val="767070"/>
                </a:solidFill>
                <a:latin typeface="Verdana"/>
                <a:cs typeface="Verdana"/>
              </a:rPr>
              <a:t>Development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616440" y="1645920"/>
            <a:ext cx="1877060" cy="2869565"/>
            <a:chOff x="9616440" y="1645920"/>
            <a:chExt cx="1877060" cy="2869565"/>
          </a:xfrm>
        </p:grpSpPr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16440" y="1645920"/>
              <a:ext cx="664464" cy="67208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281005" y="3303841"/>
              <a:ext cx="1212494" cy="1211643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16152" y="3555491"/>
            <a:ext cx="766572" cy="766572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043683" y="5442203"/>
            <a:ext cx="662940" cy="74675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441180" y="5567171"/>
            <a:ext cx="723900" cy="72542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903476" y="1613916"/>
            <a:ext cx="941832" cy="752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667" rIns="0" bIns="0" rtlCol="0">
            <a:spAutoFit/>
          </a:bodyPr>
          <a:lstStyle/>
          <a:p>
            <a:pPr marL="1087755">
              <a:lnSpc>
                <a:spcPct val="100000"/>
              </a:lnSpc>
              <a:spcBef>
                <a:spcPts val="100"/>
              </a:spcBef>
            </a:pPr>
            <a:r>
              <a:rPr dirty="0"/>
              <a:t>Popular</a:t>
            </a:r>
            <a:r>
              <a:rPr spc="-35" dirty="0"/>
              <a:t> </a:t>
            </a:r>
            <a:r>
              <a:rPr dirty="0"/>
              <a:t>website</a:t>
            </a:r>
            <a:r>
              <a:rPr spc="-30" dirty="0"/>
              <a:t> </a:t>
            </a:r>
            <a:r>
              <a:rPr dirty="0"/>
              <a:t>build</a:t>
            </a:r>
            <a:r>
              <a:rPr spc="-2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spc="-10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40123" y="3506723"/>
            <a:ext cx="4627245" cy="3156585"/>
            <a:chOff x="4040123" y="3506723"/>
            <a:chExt cx="4627245" cy="3156585"/>
          </a:xfrm>
        </p:grpSpPr>
        <p:sp>
          <p:nvSpPr>
            <p:cNvPr id="4" name="object 4"/>
            <p:cNvSpPr/>
            <p:nvPr/>
          </p:nvSpPr>
          <p:spPr>
            <a:xfrm>
              <a:off x="7253477" y="3525773"/>
              <a:ext cx="1394460" cy="0"/>
            </a:xfrm>
            <a:custGeom>
              <a:avLst/>
              <a:gdLst/>
              <a:ahLst/>
              <a:cxnLst/>
              <a:rect l="l" t="t" r="r" b="b"/>
              <a:pathLst>
                <a:path w="1394459">
                  <a:moveTo>
                    <a:pt x="0" y="0"/>
                  </a:moveTo>
                  <a:lnTo>
                    <a:pt x="1394460" y="0"/>
                  </a:lnTo>
                </a:path>
              </a:pathLst>
            </a:custGeom>
            <a:ln w="381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19599" y="4558283"/>
              <a:ext cx="2962910" cy="1922145"/>
            </a:xfrm>
            <a:custGeom>
              <a:avLst/>
              <a:gdLst/>
              <a:ahLst/>
              <a:cxnLst/>
              <a:rect l="l" t="t" r="r" b="b"/>
              <a:pathLst>
                <a:path w="2962909" h="1922145">
                  <a:moveTo>
                    <a:pt x="2962655" y="0"/>
                  </a:moveTo>
                  <a:lnTo>
                    <a:pt x="0" y="0"/>
                  </a:lnTo>
                  <a:lnTo>
                    <a:pt x="0" y="1921764"/>
                  </a:lnTo>
                  <a:lnTo>
                    <a:pt x="2962655" y="1921764"/>
                  </a:lnTo>
                  <a:lnTo>
                    <a:pt x="29626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75403" y="4479035"/>
              <a:ext cx="3051175" cy="2070100"/>
            </a:xfrm>
            <a:custGeom>
              <a:avLst/>
              <a:gdLst/>
              <a:ahLst/>
              <a:cxnLst/>
              <a:rect l="l" t="t" r="r" b="b"/>
              <a:pathLst>
                <a:path w="3051175" h="2070100">
                  <a:moveTo>
                    <a:pt x="2939288" y="0"/>
                  </a:moveTo>
                  <a:lnTo>
                    <a:pt x="122936" y="0"/>
                  </a:lnTo>
                  <a:lnTo>
                    <a:pt x="75437" y="9955"/>
                  </a:lnTo>
                  <a:lnTo>
                    <a:pt x="36322" y="36972"/>
                  </a:lnTo>
                  <a:lnTo>
                    <a:pt x="9778" y="76777"/>
                  </a:lnTo>
                  <a:lnTo>
                    <a:pt x="0" y="125094"/>
                  </a:lnTo>
                  <a:lnTo>
                    <a:pt x="0" y="1989988"/>
                  </a:lnTo>
                  <a:lnTo>
                    <a:pt x="2095" y="2008823"/>
                  </a:lnTo>
                  <a:lnTo>
                    <a:pt x="8382" y="2029790"/>
                  </a:lnTo>
                  <a:lnTo>
                    <a:pt x="18859" y="2050756"/>
                  </a:lnTo>
                  <a:lnTo>
                    <a:pt x="33528" y="2069591"/>
                  </a:lnTo>
                  <a:lnTo>
                    <a:pt x="3017520" y="2069591"/>
                  </a:lnTo>
                  <a:lnTo>
                    <a:pt x="3032188" y="2050756"/>
                  </a:lnTo>
                  <a:lnTo>
                    <a:pt x="3042666" y="2029790"/>
                  </a:lnTo>
                  <a:lnTo>
                    <a:pt x="3048952" y="2008823"/>
                  </a:lnTo>
                  <a:lnTo>
                    <a:pt x="3051048" y="1989988"/>
                  </a:lnTo>
                  <a:lnTo>
                    <a:pt x="3051048" y="1933130"/>
                  </a:lnTo>
                  <a:lnTo>
                    <a:pt x="100584" y="1933130"/>
                  </a:lnTo>
                  <a:lnTo>
                    <a:pt x="100584" y="125094"/>
                  </a:lnTo>
                  <a:lnTo>
                    <a:pt x="3051048" y="125094"/>
                  </a:lnTo>
                  <a:lnTo>
                    <a:pt x="3041443" y="76777"/>
                  </a:lnTo>
                  <a:lnTo>
                    <a:pt x="3016123" y="36972"/>
                  </a:lnTo>
                  <a:lnTo>
                    <a:pt x="2980324" y="9955"/>
                  </a:lnTo>
                  <a:lnTo>
                    <a:pt x="2939288" y="0"/>
                  </a:lnTo>
                  <a:close/>
                </a:path>
                <a:path w="3051175" h="2070100">
                  <a:moveTo>
                    <a:pt x="3051048" y="125095"/>
                  </a:moveTo>
                  <a:lnTo>
                    <a:pt x="2939288" y="125094"/>
                  </a:lnTo>
                  <a:lnTo>
                    <a:pt x="2939288" y="1933130"/>
                  </a:lnTo>
                  <a:lnTo>
                    <a:pt x="3051048" y="1933130"/>
                  </a:lnTo>
                  <a:lnTo>
                    <a:pt x="3051048" y="125095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40123" y="6548627"/>
              <a:ext cx="3732529" cy="70485"/>
            </a:xfrm>
            <a:custGeom>
              <a:avLst/>
              <a:gdLst/>
              <a:ahLst/>
              <a:cxnLst/>
              <a:rect l="l" t="t" r="r" b="b"/>
              <a:pathLst>
                <a:path w="3732529" h="70484">
                  <a:moveTo>
                    <a:pt x="3732276" y="0"/>
                  </a:moveTo>
                  <a:lnTo>
                    <a:pt x="3352927" y="0"/>
                  </a:lnTo>
                  <a:lnTo>
                    <a:pt x="0" y="0"/>
                  </a:lnTo>
                  <a:lnTo>
                    <a:pt x="0" y="70104"/>
                  </a:lnTo>
                  <a:lnTo>
                    <a:pt x="3732276" y="70104"/>
                  </a:lnTo>
                  <a:lnTo>
                    <a:pt x="3732276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85688" y="4536947"/>
              <a:ext cx="32384" cy="21590"/>
            </a:xfrm>
            <a:custGeom>
              <a:avLst/>
              <a:gdLst/>
              <a:ahLst/>
              <a:cxnLst/>
              <a:rect l="l" t="t" r="r" b="b"/>
              <a:pathLst>
                <a:path w="32385" h="21589">
                  <a:moveTo>
                    <a:pt x="24891" y="0"/>
                  </a:moveTo>
                  <a:lnTo>
                    <a:pt x="7112" y="0"/>
                  </a:lnTo>
                  <a:lnTo>
                    <a:pt x="0" y="4825"/>
                  </a:lnTo>
                  <a:lnTo>
                    <a:pt x="0" y="10668"/>
                  </a:lnTo>
                  <a:lnTo>
                    <a:pt x="0" y="16509"/>
                  </a:lnTo>
                  <a:lnTo>
                    <a:pt x="7112" y="21335"/>
                  </a:lnTo>
                  <a:lnTo>
                    <a:pt x="24891" y="21335"/>
                  </a:lnTo>
                  <a:lnTo>
                    <a:pt x="32003" y="16509"/>
                  </a:lnTo>
                  <a:lnTo>
                    <a:pt x="32003" y="4825"/>
                  </a:lnTo>
                  <a:lnTo>
                    <a:pt x="24891" y="0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38799" y="6548627"/>
              <a:ext cx="525780" cy="45720"/>
            </a:xfrm>
            <a:custGeom>
              <a:avLst/>
              <a:gdLst/>
              <a:ahLst/>
              <a:cxnLst/>
              <a:rect l="l" t="t" r="r" b="b"/>
              <a:pathLst>
                <a:path w="525779" h="45720">
                  <a:moveTo>
                    <a:pt x="525779" y="0"/>
                  </a:moveTo>
                  <a:lnTo>
                    <a:pt x="268477" y="0"/>
                  </a:lnTo>
                  <a:lnTo>
                    <a:pt x="0" y="0"/>
                  </a:lnTo>
                  <a:lnTo>
                    <a:pt x="2270" y="7143"/>
                  </a:lnTo>
                  <a:lnTo>
                    <a:pt x="9778" y="22860"/>
                  </a:lnTo>
                  <a:lnTo>
                    <a:pt x="23574" y="38576"/>
                  </a:lnTo>
                  <a:lnTo>
                    <a:pt x="44703" y="45720"/>
                  </a:lnTo>
                  <a:lnTo>
                    <a:pt x="481075" y="45720"/>
                  </a:lnTo>
                  <a:lnTo>
                    <a:pt x="502205" y="38576"/>
                  </a:lnTo>
                  <a:lnTo>
                    <a:pt x="516000" y="22860"/>
                  </a:lnTo>
                  <a:lnTo>
                    <a:pt x="523509" y="7143"/>
                  </a:lnTo>
                  <a:lnTo>
                    <a:pt x="52577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40123" y="6618731"/>
              <a:ext cx="3732529" cy="44450"/>
            </a:xfrm>
            <a:custGeom>
              <a:avLst/>
              <a:gdLst/>
              <a:ahLst/>
              <a:cxnLst/>
              <a:rect l="l" t="t" r="r" b="b"/>
              <a:pathLst>
                <a:path w="3732529" h="44450">
                  <a:moveTo>
                    <a:pt x="3732276" y="0"/>
                  </a:moveTo>
                  <a:lnTo>
                    <a:pt x="0" y="0"/>
                  </a:lnTo>
                  <a:lnTo>
                    <a:pt x="6461" y="6905"/>
                  </a:lnTo>
                  <a:lnTo>
                    <a:pt x="34925" y="22098"/>
                  </a:lnTo>
                  <a:lnTo>
                    <a:pt x="99012" y="37290"/>
                  </a:lnTo>
                  <a:lnTo>
                    <a:pt x="212343" y="44196"/>
                  </a:lnTo>
                  <a:lnTo>
                    <a:pt x="3508755" y="44196"/>
                  </a:lnTo>
                  <a:lnTo>
                    <a:pt x="3628548" y="37290"/>
                  </a:lnTo>
                  <a:lnTo>
                    <a:pt x="3695954" y="22098"/>
                  </a:lnTo>
                  <a:lnTo>
                    <a:pt x="3725640" y="6905"/>
                  </a:lnTo>
                  <a:lnTo>
                    <a:pt x="373227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6175" y="4546091"/>
              <a:ext cx="2878835" cy="193090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054476" y="1828926"/>
            <a:ext cx="12719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585858"/>
                </a:solidFill>
                <a:latin typeface="Verdana"/>
                <a:cs typeface="Verdana"/>
              </a:rPr>
              <a:t>YouTube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7743" y="1132332"/>
            <a:ext cx="10119360" cy="4668520"/>
            <a:chOff x="237743" y="1132332"/>
            <a:chExt cx="10119360" cy="466852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7943" y="1522476"/>
              <a:ext cx="1007363" cy="10073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6443" y="1176528"/>
              <a:ext cx="2150363" cy="170078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27782" y="2356866"/>
              <a:ext cx="2186940" cy="2123440"/>
            </a:xfrm>
            <a:custGeom>
              <a:avLst/>
              <a:gdLst/>
              <a:ahLst/>
              <a:cxnLst/>
              <a:rect l="l" t="t" r="r" b="b"/>
              <a:pathLst>
                <a:path w="2186940" h="2123440">
                  <a:moveTo>
                    <a:pt x="0" y="35433"/>
                  </a:moveTo>
                  <a:lnTo>
                    <a:pt x="2172843" y="21336"/>
                  </a:lnTo>
                </a:path>
                <a:path w="2186940" h="2123440">
                  <a:moveTo>
                    <a:pt x="2186940" y="0"/>
                  </a:moveTo>
                  <a:lnTo>
                    <a:pt x="2186940" y="2123440"/>
                  </a:lnTo>
                </a:path>
              </a:pathLst>
            </a:custGeom>
            <a:ln w="381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3339" y="1533144"/>
              <a:ext cx="1007363" cy="10073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3548" y="1685544"/>
              <a:ext cx="705611" cy="70561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695693" y="2378202"/>
              <a:ext cx="981075" cy="2123440"/>
            </a:xfrm>
            <a:custGeom>
              <a:avLst/>
              <a:gdLst/>
              <a:ahLst/>
              <a:cxnLst/>
              <a:rect l="l" t="t" r="r" b="b"/>
              <a:pathLst>
                <a:path w="981075" h="2123440">
                  <a:moveTo>
                    <a:pt x="0" y="13715"/>
                  </a:moveTo>
                  <a:lnTo>
                    <a:pt x="980821" y="13715"/>
                  </a:lnTo>
                </a:path>
                <a:path w="981075" h="2123440">
                  <a:moveTo>
                    <a:pt x="0" y="0"/>
                  </a:moveTo>
                  <a:lnTo>
                    <a:pt x="0" y="2123440"/>
                  </a:lnTo>
                </a:path>
              </a:pathLst>
            </a:custGeom>
            <a:ln w="381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4919" y="3057144"/>
              <a:ext cx="1039368" cy="100736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1099" y="2968752"/>
              <a:ext cx="1205484" cy="120700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305049" y="3854958"/>
              <a:ext cx="2315210" cy="623570"/>
            </a:xfrm>
            <a:custGeom>
              <a:avLst/>
              <a:gdLst/>
              <a:ahLst/>
              <a:cxnLst/>
              <a:rect l="l" t="t" r="r" b="b"/>
              <a:pathLst>
                <a:path w="2315210" h="623570">
                  <a:moveTo>
                    <a:pt x="0" y="0"/>
                  </a:moveTo>
                  <a:lnTo>
                    <a:pt x="2314829" y="0"/>
                  </a:lnTo>
                </a:path>
                <a:path w="2315210" h="623570">
                  <a:moveTo>
                    <a:pt x="2314955" y="0"/>
                  </a:moveTo>
                  <a:lnTo>
                    <a:pt x="2314955" y="623570"/>
                  </a:lnTo>
                </a:path>
              </a:pathLst>
            </a:custGeom>
            <a:ln w="381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7340" y="1132332"/>
              <a:ext cx="1007363" cy="100736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90972" y="1217676"/>
              <a:ext cx="757427" cy="8382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92546" y="2122170"/>
              <a:ext cx="0" cy="2379345"/>
            </a:xfrm>
            <a:custGeom>
              <a:avLst/>
              <a:gdLst/>
              <a:ahLst/>
              <a:cxnLst/>
              <a:rect l="l" t="t" r="r" b="b"/>
              <a:pathLst>
                <a:path h="2379345">
                  <a:moveTo>
                    <a:pt x="0" y="0"/>
                  </a:moveTo>
                  <a:lnTo>
                    <a:pt x="0" y="2379344"/>
                  </a:lnTo>
                </a:path>
              </a:pathLst>
            </a:custGeom>
            <a:ln w="381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743" y="4767072"/>
              <a:ext cx="1007364" cy="10073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939" y="4841747"/>
              <a:ext cx="883919" cy="88239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233677" y="5587746"/>
              <a:ext cx="3171190" cy="0"/>
            </a:xfrm>
            <a:custGeom>
              <a:avLst/>
              <a:gdLst/>
              <a:ahLst/>
              <a:cxnLst/>
              <a:rect l="l" t="t" r="r" b="b"/>
              <a:pathLst>
                <a:path w="3171190">
                  <a:moveTo>
                    <a:pt x="0" y="0"/>
                  </a:moveTo>
                  <a:lnTo>
                    <a:pt x="3170809" y="0"/>
                  </a:lnTo>
                </a:path>
              </a:pathLst>
            </a:custGeom>
            <a:ln w="381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9739" y="4792979"/>
              <a:ext cx="1007363" cy="100736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25939" y="4867655"/>
              <a:ext cx="858011" cy="85648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383017" y="5596890"/>
              <a:ext cx="1969770" cy="0"/>
            </a:xfrm>
            <a:custGeom>
              <a:avLst/>
              <a:gdLst/>
              <a:ahLst/>
              <a:cxnLst/>
              <a:rect l="l" t="t" r="r" b="b"/>
              <a:pathLst>
                <a:path w="1969770">
                  <a:moveTo>
                    <a:pt x="0" y="0"/>
                  </a:moveTo>
                  <a:lnTo>
                    <a:pt x="1969515" y="0"/>
                  </a:lnTo>
                </a:path>
              </a:pathLst>
            </a:custGeom>
            <a:ln w="381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55151" y="3262883"/>
              <a:ext cx="1007364" cy="10073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89620" y="3217164"/>
              <a:ext cx="1132331" cy="113080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276337" y="3556254"/>
              <a:ext cx="0" cy="922655"/>
            </a:xfrm>
            <a:custGeom>
              <a:avLst/>
              <a:gdLst/>
              <a:ahLst/>
              <a:cxnLst/>
              <a:rect l="l" t="t" r="r" b="b"/>
              <a:pathLst>
                <a:path h="922654">
                  <a:moveTo>
                    <a:pt x="0" y="0"/>
                  </a:moveTo>
                  <a:lnTo>
                    <a:pt x="0" y="922655"/>
                  </a:lnTo>
                </a:path>
              </a:pathLst>
            </a:custGeom>
            <a:ln w="381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904478" y="1887727"/>
            <a:ext cx="15278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585858"/>
                </a:solidFill>
                <a:latin typeface="Verdana"/>
                <a:cs typeface="Verdana"/>
              </a:rPr>
              <a:t>Instagram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04948" y="3407790"/>
            <a:ext cx="1015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585858"/>
                </a:solidFill>
                <a:latin typeface="Verdana"/>
                <a:cs typeface="Verdana"/>
              </a:rPr>
              <a:t>Google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14286" y="1486662"/>
            <a:ext cx="9537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585858"/>
                </a:solidFill>
                <a:latin typeface="Verdana"/>
                <a:cs typeface="Verdana"/>
              </a:rPr>
              <a:t>Reddit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74977" y="5121909"/>
            <a:ext cx="894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585858"/>
                </a:solidFill>
                <a:latin typeface="Verdana"/>
                <a:cs typeface="Verdana"/>
              </a:rPr>
              <a:t>Quora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547350" y="5147817"/>
            <a:ext cx="13277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585858"/>
                </a:solidFill>
                <a:latin typeface="Verdana"/>
                <a:cs typeface="Verdana"/>
              </a:rPr>
              <a:t>Pinterest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635997" y="3618102"/>
            <a:ext cx="1240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585858"/>
                </a:solidFill>
                <a:latin typeface="Verdana"/>
                <a:cs typeface="Verdana"/>
              </a:rPr>
              <a:t>Dropbox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5427" y="160146"/>
            <a:ext cx="69107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Installing</a:t>
            </a:r>
            <a:r>
              <a:rPr spc="-75" dirty="0"/>
              <a:t> </a:t>
            </a:r>
            <a:r>
              <a:rPr dirty="0"/>
              <a:t>Python</a:t>
            </a:r>
            <a:r>
              <a:rPr spc="-75" dirty="0"/>
              <a:t> </a:t>
            </a:r>
            <a:r>
              <a:rPr dirty="0"/>
              <a:t>on</a:t>
            </a:r>
            <a:r>
              <a:rPr spc="-70" dirty="0"/>
              <a:t> </a:t>
            </a:r>
            <a:r>
              <a:rPr spc="-10" dirty="0"/>
              <a:t>Windows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669671"/>
            <a:ext cx="10962640" cy="127698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Step:</a:t>
            </a:r>
            <a:r>
              <a:rPr sz="2400" b="1" spc="-2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50" dirty="0">
                <a:solidFill>
                  <a:srgbClr val="C55A11"/>
                </a:solidFill>
                <a:latin typeface="Verdana"/>
                <a:cs typeface="Verdana"/>
              </a:rPr>
              <a:t>1</a:t>
            </a:r>
            <a:endParaRPr sz="2400">
              <a:latin typeface="Verdana"/>
              <a:cs typeface="Verdana"/>
            </a:endParaRPr>
          </a:p>
          <a:p>
            <a:pPr marL="1604010" indent="-342265">
              <a:lnSpc>
                <a:spcPct val="100000"/>
              </a:lnSpc>
              <a:spcBef>
                <a:spcPts val="605"/>
              </a:spcBef>
              <a:buFont typeface="Wingdings"/>
              <a:buChar char=""/>
              <a:tabLst>
                <a:tab pos="1604010" algn="l"/>
              </a:tabLst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To</a:t>
            </a:r>
            <a:r>
              <a:rPr sz="24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download</a:t>
            </a:r>
            <a:r>
              <a:rPr sz="2400" b="1" spc="-4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and</a:t>
            </a:r>
            <a:r>
              <a:rPr sz="24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install</a:t>
            </a:r>
            <a:r>
              <a:rPr sz="24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Python,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go</a:t>
            </a:r>
            <a:r>
              <a:rPr sz="24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to</a:t>
            </a:r>
            <a:r>
              <a:rPr sz="24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Python's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 official</a:t>
            </a:r>
            <a:endParaRPr sz="2400">
              <a:latin typeface="Verdana"/>
              <a:cs typeface="Verdana"/>
            </a:endParaRPr>
          </a:p>
          <a:p>
            <a:pPr marL="160464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website</a:t>
            </a:r>
            <a:r>
              <a:rPr sz="2400" b="1" spc="-1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http://www.python.org/downloads/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9032" y="2197607"/>
            <a:ext cx="9393936" cy="4331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752" y="216534"/>
            <a:ext cx="123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55A11"/>
                </a:solidFill>
              </a:rPr>
              <a:t>Step:</a:t>
            </a:r>
            <a:r>
              <a:rPr sz="2400" spc="-25" dirty="0">
                <a:solidFill>
                  <a:srgbClr val="C55A11"/>
                </a:solidFill>
              </a:rPr>
              <a:t> </a:t>
            </a:r>
            <a:r>
              <a:rPr sz="2400" spc="-50" dirty="0">
                <a:solidFill>
                  <a:srgbClr val="C55A11"/>
                </a:solidFill>
              </a:rPr>
              <a:t>2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27785" y="712470"/>
            <a:ext cx="8960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When</a:t>
            </a:r>
            <a:r>
              <a:rPr sz="24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download</a:t>
            </a:r>
            <a:r>
              <a:rPr sz="24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is</a:t>
            </a:r>
            <a:r>
              <a:rPr sz="24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complete</a:t>
            </a:r>
            <a:r>
              <a:rPr sz="2400" b="1" spc="-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run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.exe</a:t>
            </a:r>
            <a:r>
              <a:rPr sz="2400" b="1" spc="-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file</a:t>
            </a:r>
            <a:r>
              <a:rPr sz="24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to</a:t>
            </a:r>
            <a:r>
              <a:rPr sz="2400" b="1" spc="-8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install Python.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9048" y="1670304"/>
            <a:ext cx="7613904" cy="4716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668" y="201244"/>
            <a:ext cx="12395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55A11"/>
                </a:solidFill>
              </a:rPr>
              <a:t>Step:</a:t>
            </a:r>
            <a:r>
              <a:rPr sz="2400" spc="-30" dirty="0">
                <a:solidFill>
                  <a:srgbClr val="C55A11"/>
                </a:solidFill>
              </a:rPr>
              <a:t> </a:t>
            </a:r>
            <a:r>
              <a:rPr sz="2400" spc="-50" dirty="0">
                <a:solidFill>
                  <a:srgbClr val="C55A11"/>
                </a:solidFill>
              </a:rPr>
              <a:t>3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246733" y="750823"/>
            <a:ext cx="5850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You</a:t>
            </a:r>
            <a:r>
              <a:rPr sz="2400" b="1" spc="-3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can</a:t>
            </a:r>
            <a:r>
              <a:rPr sz="2400" b="1" spc="-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see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python</a:t>
            </a:r>
            <a:r>
              <a:rPr sz="2400" b="1" spc="-3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installation.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679" y="1498091"/>
            <a:ext cx="8168640" cy="4916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775" y="2405"/>
            <a:ext cx="10597515" cy="151447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Step:</a:t>
            </a:r>
            <a:r>
              <a:rPr sz="2400" b="1" spc="-2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50" dirty="0">
                <a:solidFill>
                  <a:srgbClr val="C55A11"/>
                </a:solidFill>
                <a:latin typeface="Verdana"/>
                <a:cs typeface="Verdana"/>
              </a:rPr>
              <a:t>4</a:t>
            </a:r>
            <a:endParaRPr sz="2400">
              <a:latin typeface="Verdana"/>
              <a:cs typeface="Verdana"/>
            </a:endParaRPr>
          </a:p>
          <a:p>
            <a:pPr marL="1403350" indent="-3422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1403350" algn="l"/>
              </a:tabLst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when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installation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was</a:t>
            </a:r>
            <a:r>
              <a:rPr sz="2400" b="1" spc="-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complete</a:t>
            </a:r>
            <a:r>
              <a:rPr sz="2400" b="1" spc="-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you</a:t>
            </a:r>
            <a:r>
              <a:rPr sz="24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can</a:t>
            </a:r>
            <a:r>
              <a:rPr sz="2400" b="1" spc="-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see</a:t>
            </a:r>
            <a:r>
              <a:rPr sz="2400" b="1" spc="-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message</a:t>
            </a:r>
            <a:endParaRPr sz="2400">
              <a:latin typeface="Verdana"/>
              <a:cs typeface="Verdana"/>
            </a:endParaRPr>
          </a:p>
          <a:p>
            <a:pPr marL="140398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“setup</a:t>
            </a:r>
            <a:r>
              <a:rPr sz="2400" b="1" spc="-7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was</a:t>
            </a:r>
            <a:r>
              <a:rPr sz="24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successful”</a:t>
            </a:r>
            <a:r>
              <a:rPr sz="2400" b="1" spc="-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on</a:t>
            </a:r>
            <a:r>
              <a:rPr sz="2400" b="1" spc="-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screen.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1824227"/>
            <a:ext cx="7534656" cy="4655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609" rIns="0" bIns="0" rtlCol="0">
            <a:spAutoFit/>
          </a:bodyPr>
          <a:lstStyle/>
          <a:p>
            <a:pPr marL="1329690">
              <a:lnSpc>
                <a:spcPct val="100000"/>
              </a:lnSpc>
              <a:spcBef>
                <a:spcPts val="100"/>
              </a:spcBef>
            </a:pPr>
            <a:r>
              <a:rPr dirty="0"/>
              <a:t>IDLE</a:t>
            </a:r>
            <a:r>
              <a:rPr spc="-10" dirty="0"/>
              <a:t> </a:t>
            </a:r>
            <a:r>
              <a:rPr dirty="0"/>
              <a:t>Development</a:t>
            </a:r>
            <a:r>
              <a:rPr spc="-20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0287" y="1742948"/>
            <a:ext cx="9773920" cy="3380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7520" indent="-46482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477520" algn="l"/>
              </a:tabLst>
            </a:pP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I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ntegrated</a:t>
            </a:r>
            <a:r>
              <a:rPr sz="2800" b="1" spc="-1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D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eve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L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opment</a:t>
            </a:r>
            <a:r>
              <a:rPr sz="2800" b="1" spc="-1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C55A11"/>
                </a:solidFill>
                <a:latin typeface="Verdana"/>
                <a:cs typeface="Verdana"/>
              </a:rPr>
              <a:t>E</a:t>
            </a: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nvironment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Font typeface="Wingdings"/>
              <a:buChar char=""/>
            </a:pPr>
            <a:endParaRPr sz="2800">
              <a:latin typeface="Verdana"/>
              <a:cs typeface="Verdana"/>
            </a:endParaRPr>
          </a:p>
          <a:p>
            <a:pPr marL="355600" marR="318770" indent="-343535">
              <a:lnSpc>
                <a:spcPct val="100000"/>
              </a:lnSpc>
              <a:buFont typeface="Wingdings"/>
              <a:buChar char=""/>
              <a:tabLst>
                <a:tab pos="355600" algn="l"/>
                <a:tab pos="477520" algn="l"/>
              </a:tabLst>
            </a:pPr>
            <a:r>
              <a:rPr sz="2800" dirty="0">
                <a:solidFill>
                  <a:srgbClr val="767070"/>
                </a:solidFill>
                <a:latin typeface="Times New Roman"/>
                <a:cs typeface="Times New Roman"/>
              </a:rPr>
              <a:t>	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Text</a:t>
            </a:r>
            <a:r>
              <a:rPr sz="2800" b="1" spc="-8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editor</a:t>
            </a:r>
            <a:r>
              <a:rPr sz="2800" b="1" spc="-8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with</a:t>
            </a:r>
            <a:r>
              <a:rPr sz="2800" b="1" spc="-9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smart</a:t>
            </a:r>
            <a:r>
              <a:rPr sz="2800" b="1" spc="-8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indenting</a:t>
            </a:r>
            <a:r>
              <a:rPr sz="2800" b="1" spc="-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for</a:t>
            </a:r>
            <a:r>
              <a:rPr sz="2800" b="1" spc="-7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creating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python</a:t>
            </a:r>
            <a:r>
              <a:rPr sz="2800" b="1" spc="-8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files.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40"/>
              </a:spcBef>
              <a:buFont typeface="Wingdings"/>
              <a:buChar char=""/>
            </a:pPr>
            <a:endParaRPr sz="280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  <a:tab pos="477520" algn="l"/>
              </a:tabLst>
            </a:pPr>
            <a:r>
              <a:rPr sz="2800" dirty="0">
                <a:solidFill>
                  <a:srgbClr val="767070"/>
                </a:solidFill>
                <a:latin typeface="Times New Roman"/>
                <a:cs typeface="Times New Roman"/>
              </a:rPr>
              <a:t>	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Menu</a:t>
            </a:r>
            <a:r>
              <a:rPr sz="2800" b="1" spc="-10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commands</a:t>
            </a:r>
            <a:r>
              <a:rPr sz="2800" b="1" spc="-8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for</a:t>
            </a:r>
            <a:r>
              <a:rPr sz="2800" b="1" spc="-114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changing</a:t>
            </a:r>
            <a:r>
              <a:rPr sz="2800" b="1" spc="-8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system</a:t>
            </a:r>
            <a:r>
              <a:rPr sz="2800" b="1" spc="-10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settings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and</a:t>
            </a:r>
            <a:r>
              <a:rPr sz="2800" b="1" spc="-8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running</a:t>
            </a:r>
            <a:r>
              <a:rPr sz="28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files.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7884" y="96393"/>
            <a:ext cx="43611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Python</a:t>
            </a:r>
            <a:r>
              <a:rPr spc="-55" dirty="0"/>
              <a:t> </a:t>
            </a:r>
            <a:r>
              <a:rPr spc="-10" dirty="0"/>
              <a:t>Interpreter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145" y="856869"/>
            <a:ext cx="571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Interactive</a:t>
            </a:r>
            <a:r>
              <a:rPr sz="24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Interface</a:t>
            </a:r>
            <a:r>
              <a:rPr sz="2400" b="1" spc="-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to</a:t>
            </a:r>
            <a:r>
              <a:rPr sz="24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python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134" y="1716003"/>
            <a:ext cx="10581158" cy="40005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1455" y="1830323"/>
            <a:ext cx="10229215" cy="3776979"/>
          </a:xfrm>
          <a:prstGeom prst="rect">
            <a:avLst/>
          </a:prstGeom>
          <a:solidFill>
            <a:srgbClr val="FFFFFF"/>
          </a:solidFill>
          <a:ln w="57150">
            <a:solidFill>
              <a:srgbClr val="DB993E"/>
            </a:solidFill>
          </a:ln>
        </p:spPr>
        <p:txBody>
          <a:bodyPr vert="horz" wrap="square" lIns="0" tIns="323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45"/>
              </a:spcBef>
            </a:pPr>
            <a:endParaRPr sz="2400">
              <a:latin typeface="Times New Roman"/>
              <a:cs typeface="Times New Roman"/>
            </a:endParaRPr>
          </a:p>
          <a:p>
            <a:pPr marL="440690" marR="1101725">
              <a:lnSpc>
                <a:spcPct val="100000"/>
              </a:lnSpc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Python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3.8.1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(tags/v3.8.1:1b293b6,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Dec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18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2019,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22:39:24)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[MSC</a:t>
            </a:r>
            <a:r>
              <a:rPr sz="2400" b="1" spc="-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v.1916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32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bit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(Intel)]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on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win32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Type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"help",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"copyright",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"credits"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or</a:t>
            </a:r>
            <a:r>
              <a:rPr sz="2400" b="1" spc="-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"license"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for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more</a:t>
            </a:r>
            <a:r>
              <a:rPr sz="2400" b="1" spc="-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information.</a:t>
            </a:r>
            <a:endParaRPr sz="2400">
              <a:latin typeface="Verdana"/>
              <a:cs typeface="Verdana"/>
            </a:endParaRPr>
          </a:p>
          <a:p>
            <a:pPr marL="440690">
              <a:lnSpc>
                <a:spcPct val="100000"/>
              </a:lnSpc>
              <a:spcBef>
                <a:spcPts val="5"/>
              </a:spcBef>
            </a:pP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&gt;&gt;&gt;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328" rIns="0" bIns="0" rtlCol="0">
            <a:spAutoFit/>
          </a:bodyPr>
          <a:lstStyle/>
          <a:p>
            <a:pPr marL="297116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25" dirty="0"/>
              <a:t> </a:t>
            </a:r>
            <a:r>
              <a:rPr dirty="0"/>
              <a:t>Python</a:t>
            </a:r>
            <a:r>
              <a:rPr spc="-10" dirty="0"/>
              <a:t> run’s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6448" y="1324331"/>
            <a:ext cx="9350375" cy="3415665"/>
            <a:chOff x="536448" y="1324331"/>
            <a:chExt cx="9350375" cy="34156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3533" y="1324331"/>
              <a:ext cx="7342677" cy="34153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89859" y="1432559"/>
              <a:ext cx="7054850" cy="3203575"/>
            </a:xfrm>
            <a:custGeom>
              <a:avLst/>
              <a:gdLst/>
              <a:ahLst/>
              <a:cxnLst/>
              <a:rect l="l" t="t" r="r" b="b"/>
              <a:pathLst>
                <a:path w="7054850" h="3203575">
                  <a:moveTo>
                    <a:pt x="7054596" y="0"/>
                  </a:moveTo>
                  <a:lnTo>
                    <a:pt x="0" y="0"/>
                  </a:lnTo>
                  <a:lnTo>
                    <a:pt x="0" y="3203448"/>
                  </a:lnTo>
                  <a:lnTo>
                    <a:pt x="7054596" y="3203448"/>
                  </a:lnTo>
                  <a:lnTo>
                    <a:pt x="70545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89859" y="1432559"/>
              <a:ext cx="7054850" cy="3203575"/>
            </a:xfrm>
            <a:custGeom>
              <a:avLst/>
              <a:gdLst/>
              <a:ahLst/>
              <a:cxnLst/>
              <a:rect l="l" t="t" r="r" b="b"/>
              <a:pathLst>
                <a:path w="7054850" h="3203575">
                  <a:moveTo>
                    <a:pt x="0" y="3203448"/>
                  </a:moveTo>
                  <a:lnTo>
                    <a:pt x="7054596" y="3203448"/>
                  </a:lnTo>
                  <a:lnTo>
                    <a:pt x="7054596" y="0"/>
                  </a:lnTo>
                  <a:lnTo>
                    <a:pt x="0" y="0"/>
                  </a:lnTo>
                  <a:lnTo>
                    <a:pt x="0" y="3203448"/>
                  </a:lnTo>
                  <a:close/>
                </a:path>
              </a:pathLst>
            </a:custGeom>
            <a:ln w="57150">
              <a:solidFill>
                <a:srgbClr val="DB99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448" y="2252471"/>
              <a:ext cx="1405127" cy="135788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2249" y="3642105"/>
            <a:ext cx="159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Source</a:t>
            </a:r>
            <a:r>
              <a:rPr sz="18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767070"/>
                </a:solidFill>
                <a:latin typeface="Verdana"/>
                <a:cs typeface="Verdana"/>
              </a:rPr>
              <a:t>code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7858" y="1665223"/>
            <a:ext cx="1478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Interpreter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66872" y="2342388"/>
            <a:ext cx="6200140" cy="1481455"/>
            <a:chOff x="3166872" y="2342388"/>
            <a:chExt cx="6200140" cy="148145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49539" y="2342388"/>
              <a:ext cx="1616963" cy="14813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857743" y="2449068"/>
              <a:ext cx="1405255" cy="1272540"/>
            </a:xfrm>
            <a:custGeom>
              <a:avLst/>
              <a:gdLst/>
              <a:ahLst/>
              <a:cxnLst/>
              <a:rect l="l" t="t" r="r" b="b"/>
              <a:pathLst>
                <a:path w="1405254" h="1272539">
                  <a:moveTo>
                    <a:pt x="1405127" y="0"/>
                  </a:moveTo>
                  <a:lnTo>
                    <a:pt x="0" y="0"/>
                  </a:lnTo>
                  <a:lnTo>
                    <a:pt x="0" y="1272540"/>
                  </a:lnTo>
                  <a:lnTo>
                    <a:pt x="1405127" y="1272540"/>
                  </a:lnTo>
                  <a:lnTo>
                    <a:pt x="1405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6872" y="2342388"/>
              <a:ext cx="1616964" cy="148132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75076" y="2449068"/>
              <a:ext cx="1405255" cy="1272540"/>
            </a:xfrm>
            <a:custGeom>
              <a:avLst/>
              <a:gdLst/>
              <a:ahLst/>
              <a:cxnLst/>
              <a:rect l="l" t="t" r="r" b="b"/>
              <a:pathLst>
                <a:path w="1405254" h="1272539">
                  <a:moveTo>
                    <a:pt x="1405127" y="0"/>
                  </a:moveTo>
                  <a:lnTo>
                    <a:pt x="0" y="0"/>
                  </a:lnTo>
                  <a:lnTo>
                    <a:pt x="0" y="1272540"/>
                  </a:lnTo>
                  <a:lnTo>
                    <a:pt x="1405127" y="1272540"/>
                  </a:lnTo>
                  <a:lnTo>
                    <a:pt x="1405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275076" y="2449067"/>
            <a:ext cx="1405255" cy="1272540"/>
          </a:xfrm>
          <a:prstGeom prst="rect">
            <a:avLst/>
          </a:prstGeom>
          <a:ln w="57150">
            <a:solidFill>
              <a:srgbClr val="2E5496"/>
            </a:solidFill>
          </a:ln>
        </p:spPr>
        <p:txBody>
          <a:bodyPr vert="horz" wrap="square" lIns="0" tIns="23367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39"/>
              </a:spcBef>
            </a:pP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Compiler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57743" y="2449067"/>
            <a:ext cx="1405255" cy="1272540"/>
          </a:xfrm>
          <a:prstGeom prst="rect">
            <a:avLst/>
          </a:prstGeom>
          <a:ln w="57150">
            <a:solidFill>
              <a:srgbClr val="2E549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35"/>
              </a:spcBef>
            </a:pPr>
            <a:endParaRPr sz="1800">
              <a:latin typeface="Times New Roman"/>
              <a:cs typeface="Times New Roman"/>
            </a:endParaRPr>
          </a:p>
          <a:p>
            <a:pPr marL="270510">
              <a:lnSpc>
                <a:spcPct val="100000"/>
              </a:lnSpc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Virtual</a:t>
            </a:r>
            <a:endParaRPr sz="1800">
              <a:latin typeface="Verdana"/>
              <a:cs typeface="Verdana"/>
            </a:endParaRPr>
          </a:p>
          <a:p>
            <a:pPr marL="173355">
              <a:lnSpc>
                <a:spcPct val="100000"/>
              </a:lnSpc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Machine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66588" y="2253995"/>
            <a:ext cx="1501139" cy="192481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915025" y="2794761"/>
            <a:ext cx="670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767070"/>
                </a:solidFill>
                <a:latin typeface="Verdana"/>
                <a:cs typeface="Verdana"/>
              </a:rPr>
              <a:t>Byte Code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07597" y="1935479"/>
            <a:ext cx="1541502" cy="193090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535157" y="3664711"/>
            <a:ext cx="1093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5080" indent="-21653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Running </a:t>
            </a:r>
            <a:r>
              <a:rPr sz="1800" b="1" spc="-20" dirty="0">
                <a:solidFill>
                  <a:srgbClr val="767070"/>
                </a:solidFill>
                <a:latin typeface="Verdana"/>
                <a:cs typeface="Verdana"/>
              </a:rPr>
              <a:t>Code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76949" y="5058056"/>
            <a:ext cx="2075845" cy="144497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273040" y="5146547"/>
            <a:ext cx="1888489" cy="1272540"/>
          </a:xfrm>
          <a:prstGeom prst="rect">
            <a:avLst/>
          </a:prstGeom>
          <a:solidFill>
            <a:srgbClr val="FFFFFF"/>
          </a:solidFill>
          <a:ln w="57150">
            <a:solidFill>
              <a:srgbClr val="2E5496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endParaRPr sz="1800">
              <a:latin typeface="Times New Roman"/>
              <a:cs typeface="Times New Roman"/>
            </a:endParaRPr>
          </a:p>
          <a:p>
            <a:pPr marL="520700" marR="433070" indent="-33655">
              <a:lnSpc>
                <a:spcPct val="100000"/>
              </a:lnSpc>
            </a:pP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Library Module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941576" y="2968370"/>
            <a:ext cx="8506460" cy="2834005"/>
            <a:chOff x="1941576" y="2968370"/>
            <a:chExt cx="8506460" cy="2834005"/>
          </a:xfrm>
        </p:grpSpPr>
        <p:sp>
          <p:nvSpPr>
            <p:cNvPr id="24" name="object 24"/>
            <p:cNvSpPr/>
            <p:nvPr/>
          </p:nvSpPr>
          <p:spPr>
            <a:xfrm>
              <a:off x="1941576" y="2968370"/>
              <a:ext cx="8506460" cy="2813685"/>
            </a:xfrm>
            <a:custGeom>
              <a:avLst/>
              <a:gdLst/>
              <a:ahLst/>
              <a:cxnLst/>
              <a:rect l="l" t="t" r="r" b="b"/>
              <a:pathLst>
                <a:path w="8506460" h="2813685">
                  <a:moveTo>
                    <a:pt x="1334262" y="85725"/>
                  </a:moveTo>
                  <a:lnTo>
                    <a:pt x="1277112" y="57150"/>
                  </a:lnTo>
                  <a:lnTo>
                    <a:pt x="1162812" y="0"/>
                  </a:lnTo>
                  <a:lnTo>
                    <a:pt x="1162812" y="57150"/>
                  </a:lnTo>
                  <a:lnTo>
                    <a:pt x="0" y="57150"/>
                  </a:lnTo>
                  <a:lnTo>
                    <a:pt x="0" y="114300"/>
                  </a:lnTo>
                  <a:lnTo>
                    <a:pt x="1162812" y="114300"/>
                  </a:lnTo>
                  <a:lnTo>
                    <a:pt x="1162812" y="171450"/>
                  </a:lnTo>
                  <a:lnTo>
                    <a:pt x="1277112" y="114300"/>
                  </a:lnTo>
                  <a:lnTo>
                    <a:pt x="1334262" y="85725"/>
                  </a:lnTo>
                  <a:close/>
                </a:path>
                <a:path w="8506460" h="2813685">
                  <a:moveTo>
                    <a:pt x="3676650" y="117729"/>
                  </a:moveTo>
                  <a:lnTo>
                    <a:pt x="3620262" y="89916"/>
                  </a:lnTo>
                  <a:lnTo>
                    <a:pt x="3504692" y="32893"/>
                  </a:lnTo>
                  <a:lnTo>
                    <a:pt x="3504984" y="90068"/>
                  </a:lnTo>
                  <a:lnTo>
                    <a:pt x="2733929" y="94107"/>
                  </a:lnTo>
                  <a:lnTo>
                    <a:pt x="2734183" y="151257"/>
                  </a:lnTo>
                  <a:lnTo>
                    <a:pt x="3505276" y="147218"/>
                  </a:lnTo>
                  <a:lnTo>
                    <a:pt x="3505581" y="204343"/>
                  </a:lnTo>
                  <a:lnTo>
                    <a:pt x="3676650" y="117729"/>
                  </a:lnTo>
                  <a:close/>
                </a:path>
                <a:path w="8506460" h="2813685">
                  <a:moveTo>
                    <a:pt x="5878830" y="117729"/>
                  </a:moveTo>
                  <a:lnTo>
                    <a:pt x="5822442" y="89916"/>
                  </a:lnTo>
                  <a:lnTo>
                    <a:pt x="5706872" y="32893"/>
                  </a:lnTo>
                  <a:lnTo>
                    <a:pt x="5707164" y="90068"/>
                  </a:lnTo>
                  <a:lnTo>
                    <a:pt x="4936109" y="94107"/>
                  </a:lnTo>
                  <a:lnTo>
                    <a:pt x="4936363" y="151257"/>
                  </a:lnTo>
                  <a:lnTo>
                    <a:pt x="5707456" y="147218"/>
                  </a:lnTo>
                  <a:lnTo>
                    <a:pt x="5707761" y="204343"/>
                  </a:lnTo>
                  <a:lnTo>
                    <a:pt x="5878830" y="117729"/>
                  </a:lnTo>
                  <a:close/>
                </a:path>
                <a:path w="8506460" h="2813685">
                  <a:moveTo>
                    <a:pt x="6704457" y="924699"/>
                  </a:moveTo>
                  <a:lnTo>
                    <a:pt x="6690169" y="896112"/>
                  </a:lnTo>
                  <a:lnTo>
                    <a:pt x="6618732" y="753237"/>
                  </a:lnTo>
                  <a:lnTo>
                    <a:pt x="6533007" y="924699"/>
                  </a:lnTo>
                  <a:lnTo>
                    <a:pt x="6590157" y="924699"/>
                  </a:lnTo>
                  <a:lnTo>
                    <a:pt x="6590157" y="2813329"/>
                  </a:lnTo>
                  <a:lnTo>
                    <a:pt x="6647307" y="2813329"/>
                  </a:lnTo>
                  <a:lnTo>
                    <a:pt x="6647307" y="924699"/>
                  </a:lnTo>
                  <a:lnTo>
                    <a:pt x="6704457" y="924699"/>
                  </a:lnTo>
                  <a:close/>
                </a:path>
                <a:path w="8506460" h="2813685">
                  <a:moveTo>
                    <a:pt x="8506333" y="117729"/>
                  </a:moveTo>
                  <a:lnTo>
                    <a:pt x="8449183" y="89154"/>
                  </a:lnTo>
                  <a:lnTo>
                    <a:pt x="8334883" y="32004"/>
                  </a:lnTo>
                  <a:lnTo>
                    <a:pt x="8334883" y="89154"/>
                  </a:lnTo>
                  <a:lnTo>
                    <a:pt x="7310628" y="89154"/>
                  </a:lnTo>
                  <a:lnTo>
                    <a:pt x="7310628" y="146304"/>
                  </a:lnTo>
                  <a:lnTo>
                    <a:pt x="8334883" y="146304"/>
                  </a:lnTo>
                  <a:lnTo>
                    <a:pt x="8334883" y="203454"/>
                  </a:lnTo>
                  <a:lnTo>
                    <a:pt x="8449183" y="146304"/>
                  </a:lnTo>
                  <a:lnTo>
                    <a:pt x="8506333" y="11772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75754" y="5782817"/>
              <a:ext cx="1398905" cy="0"/>
            </a:xfrm>
            <a:custGeom>
              <a:avLst/>
              <a:gdLst/>
              <a:ahLst/>
              <a:cxnLst/>
              <a:rect l="l" t="t" r="r" b="b"/>
              <a:pathLst>
                <a:path w="1398904">
                  <a:moveTo>
                    <a:pt x="0" y="0"/>
                  </a:moveTo>
                  <a:lnTo>
                    <a:pt x="1398777" y="0"/>
                  </a:lnTo>
                </a:path>
              </a:pathLst>
            </a:custGeom>
            <a:ln w="381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3578" y="160146"/>
            <a:ext cx="36683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Running</a:t>
            </a:r>
            <a:r>
              <a:rPr spc="-70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6733" y="777366"/>
            <a:ext cx="9036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When</a:t>
            </a:r>
            <a:r>
              <a:rPr sz="24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you</a:t>
            </a:r>
            <a:r>
              <a:rPr sz="2400" b="1" spc="-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open</a:t>
            </a:r>
            <a:r>
              <a:rPr sz="2400" b="1" spc="-6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the</a:t>
            </a:r>
            <a:r>
              <a:rPr sz="2400" b="1" spc="-6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interpreter</a:t>
            </a:r>
            <a:r>
              <a:rPr sz="2400" b="1" spc="-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and</a:t>
            </a:r>
            <a:r>
              <a:rPr sz="24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type</a:t>
            </a:r>
            <a:r>
              <a:rPr sz="2400" b="1" spc="-6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command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491" y="1484375"/>
            <a:ext cx="9653016" cy="50962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572894" y="1015111"/>
          <a:ext cx="9033509" cy="5109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7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6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4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Text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 Type: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b="1" spc="-25" dirty="0">
                          <a:latin typeface="Verdana"/>
                          <a:cs typeface="Verdana"/>
                        </a:rPr>
                        <a:t>str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Numeric</a:t>
                      </a:r>
                      <a:r>
                        <a:rPr sz="2000" b="1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Types: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int,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dirty="0">
                          <a:latin typeface="Verdana"/>
                          <a:cs typeface="Verdana"/>
                        </a:rPr>
                        <a:t>float,</a:t>
                      </a:r>
                      <a:r>
                        <a:rPr sz="20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complex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Sequence</a:t>
                      </a:r>
                      <a:r>
                        <a:rPr sz="2000" b="1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Types: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list,</a:t>
                      </a:r>
                      <a:r>
                        <a:rPr sz="2000" b="1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dirty="0">
                          <a:latin typeface="Verdana"/>
                          <a:cs typeface="Verdana"/>
                        </a:rPr>
                        <a:t>tuple,</a:t>
                      </a:r>
                      <a:r>
                        <a:rPr sz="2000" b="1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spc="-20" dirty="0">
                          <a:latin typeface="Verdana"/>
                          <a:cs typeface="Verdana"/>
                        </a:rPr>
                        <a:t>range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Mapping</a:t>
                      </a:r>
                      <a:r>
                        <a:rPr sz="2000" b="1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Type: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spc="-20" dirty="0">
                          <a:latin typeface="Verdana"/>
                          <a:cs typeface="Verdana"/>
                        </a:rPr>
                        <a:t>dict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Set</a:t>
                      </a:r>
                      <a:r>
                        <a:rPr sz="20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Types: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set,</a:t>
                      </a:r>
                      <a:r>
                        <a:rPr sz="2000" b="1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frozenset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Boolean</a:t>
                      </a:r>
                      <a:r>
                        <a:rPr sz="20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Type: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spc="-20" dirty="0">
                          <a:latin typeface="Verdana"/>
                          <a:cs typeface="Verdana"/>
                        </a:rPr>
                        <a:t>bool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Binary 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Types: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bytes,</a:t>
                      </a:r>
                      <a:r>
                        <a:rPr sz="2000" b="1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dirty="0">
                          <a:latin typeface="Verdana"/>
                          <a:cs typeface="Verdana"/>
                        </a:rPr>
                        <a:t>bytearray,</a:t>
                      </a:r>
                      <a:r>
                        <a:rPr sz="2000" b="1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b="1" spc="-10" dirty="0">
                          <a:latin typeface="Verdana"/>
                          <a:cs typeface="Verdana"/>
                        </a:rPr>
                        <a:t>memoryview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15280" y="168986"/>
            <a:ext cx="23393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Datatypes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6676" y="1947672"/>
            <a:ext cx="2638425" cy="445134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90"/>
              </a:spcBef>
            </a:pPr>
            <a:r>
              <a:rPr sz="2000" b="1" spc="-25" dirty="0">
                <a:solidFill>
                  <a:srgbClr val="FFFFFF"/>
                </a:solidFill>
                <a:latin typeface="Verdana"/>
                <a:cs typeface="Verdana"/>
              </a:rPr>
              <a:t>str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56676" y="2514600"/>
            <a:ext cx="2638425" cy="896619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endParaRPr sz="1800">
              <a:latin typeface="Times New Roman"/>
              <a:cs typeface="Times New Roman"/>
            </a:endParaRPr>
          </a:p>
          <a:p>
            <a:pPr marL="58737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a=“GKTCS”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65753" y="171069"/>
            <a:ext cx="54070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Datatypes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5360" y="1891283"/>
            <a:ext cx="2638425" cy="445134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90"/>
              </a:spcBef>
            </a:pPr>
            <a:r>
              <a:rPr sz="2000" b="1" spc="-25" dirty="0">
                <a:solidFill>
                  <a:srgbClr val="FFFFFF"/>
                </a:solidFill>
                <a:latin typeface="Verdana"/>
                <a:cs typeface="Verdana"/>
              </a:rPr>
              <a:t>int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5360" y="2458211"/>
            <a:ext cx="2638425" cy="894715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Times New Roman"/>
              <a:cs typeface="Times New Roman"/>
            </a:endParaRPr>
          </a:p>
          <a:p>
            <a:pPr marR="11430" algn="ctr">
              <a:lnSpc>
                <a:spcPct val="100000"/>
              </a:lnSpc>
            </a:pPr>
            <a:r>
              <a:rPr sz="1800" b="1" spc="-20" dirty="0">
                <a:solidFill>
                  <a:srgbClr val="FFFFFF"/>
                </a:solidFill>
                <a:latin typeface="Verdana"/>
                <a:cs typeface="Verdana"/>
              </a:rPr>
              <a:t>a=10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8596" y="1921764"/>
            <a:ext cx="2638425" cy="445134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90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float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68596" y="2488692"/>
            <a:ext cx="2638425" cy="894715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254635" rIns="0" bIns="0" rtlCol="0">
            <a:spAutoFit/>
          </a:bodyPr>
          <a:lstStyle/>
          <a:p>
            <a:pPr marL="48895" algn="ctr">
              <a:lnSpc>
                <a:spcPct val="100000"/>
              </a:lnSpc>
              <a:spcBef>
                <a:spcPts val="2005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a=2.5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5360" y="4094988"/>
            <a:ext cx="2638425" cy="445134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720725">
              <a:lnSpc>
                <a:spcPct val="100000"/>
              </a:lnSpc>
              <a:spcBef>
                <a:spcPts val="390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complex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5360" y="4661915"/>
            <a:ext cx="2638425" cy="894715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endParaRPr sz="1800">
              <a:latin typeface="Times New Roman"/>
              <a:cs typeface="Times New Roman"/>
            </a:endParaRPr>
          </a:p>
          <a:p>
            <a:pPr marR="73660" algn="ctr">
              <a:lnSpc>
                <a:spcPct val="100000"/>
              </a:lnSpc>
            </a:pPr>
            <a:r>
              <a:rPr sz="1800" b="1" spc="-20" dirty="0">
                <a:solidFill>
                  <a:srgbClr val="FFFFFF"/>
                </a:solidFill>
                <a:latin typeface="Verdana"/>
                <a:cs typeface="Verdana"/>
              </a:rPr>
              <a:t>a=2x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7740" y="4125467"/>
            <a:ext cx="2636520" cy="445134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90"/>
              </a:spcBef>
            </a:pP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list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77740" y="4692396"/>
            <a:ext cx="2636520" cy="894715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401320">
              <a:lnSpc>
                <a:spcPts val="2050"/>
              </a:lnSpc>
              <a:spcBef>
                <a:spcPts val="1110"/>
              </a:spcBef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[</a:t>
            </a: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 “python",</a:t>
            </a:r>
            <a:endParaRPr sz="1800">
              <a:latin typeface="Verdana"/>
              <a:cs typeface="Verdana"/>
            </a:endParaRPr>
          </a:p>
          <a:p>
            <a:pPr marL="328295">
              <a:lnSpc>
                <a:spcPts val="2050"/>
              </a:lnSpc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“Java",</a:t>
            </a:r>
            <a:r>
              <a:rPr sz="18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“Html“</a:t>
            </a:r>
            <a:r>
              <a:rPr sz="1800" b="1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Verdana"/>
                <a:cs typeface="Verdana"/>
              </a:rPr>
              <a:t>]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56676" y="4125467"/>
            <a:ext cx="2638425" cy="445134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90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tuple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56676" y="4692396"/>
            <a:ext cx="2638425" cy="894715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311785">
              <a:lnSpc>
                <a:spcPts val="2050"/>
              </a:lnSpc>
              <a:spcBef>
                <a:spcPts val="1110"/>
              </a:spcBef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 “python",</a:t>
            </a:r>
            <a:endParaRPr sz="1800">
              <a:latin typeface="Verdana"/>
              <a:cs typeface="Verdana"/>
            </a:endParaRPr>
          </a:p>
          <a:p>
            <a:pPr marL="238760">
              <a:lnSpc>
                <a:spcPts val="2050"/>
              </a:lnSpc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“Java",</a:t>
            </a:r>
            <a:r>
              <a:rPr sz="18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“Html“</a:t>
            </a:r>
            <a:r>
              <a:rPr sz="1800" b="1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566" y="985265"/>
            <a:ext cx="9881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indent="-39116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03860" algn="l"/>
              </a:tabLst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When</a:t>
            </a:r>
            <a:r>
              <a:rPr sz="2400" b="1" spc="-3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you</a:t>
            </a:r>
            <a:r>
              <a:rPr sz="2400" b="1" spc="-3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assign</a:t>
            </a:r>
            <a:r>
              <a:rPr sz="2400" b="1" spc="-4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a</a:t>
            </a:r>
            <a:r>
              <a:rPr sz="24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value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to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a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variable</a:t>
            </a:r>
            <a:r>
              <a:rPr sz="2400" b="1" spc="-4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data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type</a:t>
            </a:r>
            <a:r>
              <a:rPr sz="2400" b="1" spc="-4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is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set</a:t>
            </a:r>
            <a:r>
              <a:rPr sz="24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316" y="4207764"/>
            <a:ext cx="2638425" cy="443865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721995">
              <a:lnSpc>
                <a:spcPct val="100000"/>
              </a:lnSpc>
              <a:spcBef>
                <a:spcPts val="380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complex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61559" y="4238244"/>
            <a:ext cx="2638425" cy="443865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60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bytes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7280" y="1620011"/>
            <a:ext cx="2638425" cy="445134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390"/>
              </a:spcBef>
            </a:pP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bool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7280" y="2186939"/>
            <a:ext cx="2638425" cy="896619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0"/>
              </a:spcBef>
            </a:pPr>
            <a:endParaRPr sz="1800">
              <a:latin typeface="Times New Roman"/>
              <a:cs typeface="Times New Roman"/>
            </a:endParaRPr>
          </a:p>
          <a:p>
            <a:pPr marL="85407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a=True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79932" y="1620011"/>
            <a:ext cx="2638425" cy="445134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90"/>
              </a:spcBef>
            </a:pPr>
            <a:r>
              <a:rPr sz="2000" spc="-20" dirty="0">
                <a:solidFill>
                  <a:srgbClr val="FFFFFF"/>
                </a:solidFill>
              </a:rPr>
              <a:t>dict</a:t>
            </a:r>
            <a:endParaRPr sz="2000"/>
          </a:p>
        </p:txBody>
      </p:sp>
      <p:sp>
        <p:nvSpPr>
          <p:cNvPr id="7" name="object 7"/>
          <p:cNvSpPr txBox="1"/>
          <p:nvPr/>
        </p:nvSpPr>
        <p:spPr>
          <a:xfrm>
            <a:off x="979932" y="2186939"/>
            <a:ext cx="2638425" cy="896619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22225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"name"</a:t>
            </a:r>
            <a:r>
              <a:rPr sz="1800" b="1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“Amit",</a:t>
            </a:r>
            <a:endParaRPr sz="1800">
              <a:latin typeface="Verdana"/>
              <a:cs typeface="Verdana"/>
            </a:endParaRPr>
          </a:p>
          <a:p>
            <a:pPr marL="22225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"age"</a:t>
            </a:r>
            <a:r>
              <a:rPr sz="1800" b="1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25</a:t>
            </a:r>
            <a:r>
              <a:rPr sz="18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1559" y="1650492"/>
            <a:ext cx="2638425" cy="445134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90"/>
              </a:spcBef>
            </a:pPr>
            <a:r>
              <a:rPr sz="2000" b="1" spc="-25" dirty="0">
                <a:solidFill>
                  <a:srgbClr val="FFFFFF"/>
                </a:solidFill>
                <a:latin typeface="Verdana"/>
                <a:cs typeface="Verdana"/>
              </a:rPr>
              <a:t>set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1559" y="2217420"/>
            <a:ext cx="2638425" cy="896619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189230" marR="303530" indent="71120">
              <a:lnSpc>
                <a:spcPts val="1939"/>
              </a:lnSpc>
              <a:spcBef>
                <a:spcPts val="1525"/>
              </a:spcBef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{</a:t>
            </a:r>
            <a:r>
              <a:rPr sz="18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“python",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“Java",</a:t>
            </a:r>
            <a:r>
              <a:rPr sz="1800" b="1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“Html“</a:t>
            </a:r>
            <a:r>
              <a:rPr sz="1800" b="1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4316" y="4773167"/>
            <a:ext cx="2638425" cy="896619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800">
              <a:latin typeface="Times New Roman"/>
              <a:cs typeface="Times New Roman"/>
            </a:endParaRPr>
          </a:p>
          <a:p>
            <a:pPr marR="39370" algn="ctr">
              <a:lnSpc>
                <a:spcPct val="100000"/>
              </a:lnSpc>
            </a:pPr>
            <a:r>
              <a:rPr sz="1800" b="1" spc="-20" dirty="0">
                <a:solidFill>
                  <a:srgbClr val="FFFFFF"/>
                </a:solidFill>
                <a:latin typeface="Verdana"/>
                <a:cs typeface="Verdana"/>
              </a:rPr>
              <a:t>a=2x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61559" y="4805171"/>
            <a:ext cx="2638425" cy="894715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258445" rIns="0" bIns="0" rtlCol="0">
            <a:spAutoFit/>
          </a:bodyPr>
          <a:lstStyle/>
          <a:p>
            <a:pPr marL="512445">
              <a:lnSpc>
                <a:spcPct val="100000"/>
              </a:lnSpc>
              <a:spcBef>
                <a:spcPts val="2035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a=b”GKTCS”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17280" y="4207764"/>
            <a:ext cx="2638425" cy="443865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622935">
              <a:lnSpc>
                <a:spcPct val="100000"/>
              </a:lnSpc>
              <a:spcBef>
                <a:spcPts val="490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bytearray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17280" y="4773167"/>
            <a:ext cx="2638425" cy="896619"/>
          </a:xfrm>
          <a:prstGeom prst="rect">
            <a:avLst/>
          </a:prstGeom>
          <a:solidFill>
            <a:srgbClr val="333E50"/>
          </a:solidFill>
          <a:ln w="12700">
            <a:solidFill>
              <a:srgbClr val="2E528F"/>
            </a:solidFill>
          </a:ln>
        </p:spPr>
        <p:txBody>
          <a:bodyPr vert="horz" wrap="square" lIns="0" tIns="256540" rIns="0" bIns="0" rtlCol="0">
            <a:spAutoFit/>
          </a:bodyPr>
          <a:lstStyle/>
          <a:p>
            <a:pPr marL="311785">
              <a:lnSpc>
                <a:spcPct val="100000"/>
              </a:lnSpc>
              <a:spcBef>
                <a:spcPts val="202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a=bytearray(5)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3578" y="200025"/>
            <a:ext cx="36779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60" dirty="0"/>
              <a:t> </a:t>
            </a:r>
            <a:r>
              <a:rPr spc="-10" dirty="0"/>
              <a:t>Datatypes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386" y="1097418"/>
            <a:ext cx="7331075" cy="422529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476884" indent="-464184">
              <a:lnSpc>
                <a:spcPct val="100000"/>
              </a:lnSpc>
              <a:spcBef>
                <a:spcPts val="1505"/>
              </a:spcBef>
              <a:buFont typeface="Wingdings"/>
              <a:buChar char=""/>
              <a:tabLst>
                <a:tab pos="476884" algn="l"/>
              </a:tabLst>
            </a:pPr>
            <a:r>
              <a:rPr sz="2800" b="1" dirty="0">
                <a:solidFill>
                  <a:srgbClr val="767070"/>
                </a:solidFill>
                <a:latin typeface="Verdana"/>
                <a:cs typeface="Verdana"/>
              </a:rPr>
              <a:t>Integers(for</a:t>
            </a:r>
            <a:r>
              <a:rPr sz="2800" b="1" spc="-20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numbers)</a:t>
            </a:r>
            <a:endParaRPr sz="2800">
              <a:latin typeface="Verdana"/>
              <a:cs typeface="Verdana"/>
            </a:endParaRPr>
          </a:p>
          <a:p>
            <a:pPr marL="548005">
              <a:lnSpc>
                <a:spcPct val="100000"/>
              </a:lnSpc>
              <a:spcBef>
                <a:spcPts val="1215"/>
              </a:spcBef>
              <a:tabLst>
                <a:tab pos="2134870" algn="l"/>
              </a:tabLst>
            </a:pPr>
            <a:r>
              <a:rPr sz="2400" b="1" spc="-10" dirty="0">
                <a:solidFill>
                  <a:srgbClr val="C55A11"/>
                </a:solidFill>
                <a:latin typeface="Verdana"/>
                <a:cs typeface="Verdana"/>
              </a:rPr>
              <a:t>a=4+3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	#answer</a:t>
            </a:r>
            <a:r>
              <a:rPr sz="2400" b="1" spc="-7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is</a:t>
            </a:r>
            <a:r>
              <a:rPr sz="2400" b="1" spc="-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7,</a:t>
            </a:r>
            <a:r>
              <a:rPr sz="2400" b="1" spc="-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integer</a:t>
            </a:r>
            <a:r>
              <a:rPr sz="2400" b="1" spc="-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Verdana"/>
                <a:cs typeface="Verdana"/>
              </a:rPr>
              <a:t>addition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400">
              <a:latin typeface="Verdana"/>
              <a:cs typeface="Verdana"/>
            </a:endParaRPr>
          </a:p>
          <a:p>
            <a:pPr marL="476884" indent="-464184">
              <a:lnSpc>
                <a:spcPct val="100000"/>
              </a:lnSpc>
              <a:buFont typeface="Wingdings"/>
              <a:buChar char=""/>
              <a:tabLst>
                <a:tab pos="476884" algn="l"/>
              </a:tabLst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Floats</a:t>
            </a:r>
            <a:endParaRPr sz="2800">
              <a:latin typeface="Verdana"/>
              <a:cs typeface="Verdana"/>
            </a:endParaRPr>
          </a:p>
          <a:p>
            <a:pPr marL="548005">
              <a:lnSpc>
                <a:spcPct val="100000"/>
              </a:lnSpc>
              <a:spcBef>
                <a:spcPts val="1210"/>
              </a:spcBef>
              <a:tabLst>
                <a:tab pos="2079625" algn="l"/>
              </a:tabLst>
            </a:pPr>
            <a:r>
              <a:rPr sz="2400" b="1" spc="-10" dirty="0">
                <a:solidFill>
                  <a:srgbClr val="C55A11"/>
                </a:solidFill>
                <a:latin typeface="Verdana"/>
                <a:cs typeface="Verdana"/>
              </a:rPr>
              <a:t>a=5/2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	#answer</a:t>
            </a:r>
            <a:r>
              <a:rPr sz="2400" b="1" spc="-8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is</a:t>
            </a:r>
            <a:r>
              <a:rPr sz="2400" b="1" spc="-9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C55A11"/>
                </a:solidFill>
                <a:latin typeface="Verdana"/>
                <a:cs typeface="Verdana"/>
              </a:rPr>
              <a:t>2.5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400">
              <a:latin typeface="Verdana"/>
              <a:cs typeface="Verdana"/>
            </a:endParaRPr>
          </a:p>
          <a:p>
            <a:pPr marL="476884" indent="-464184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76884" algn="l"/>
              </a:tabLst>
            </a:pPr>
            <a:r>
              <a:rPr sz="2800" b="1" spc="-10" dirty="0">
                <a:solidFill>
                  <a:srgbClr val="767070"/>
                </a:solidFill>
                <a:latin typeface="Verdana"/>
                <a:cs typeface="Verdana"/>
              </a:rPr>
              <a:t>Strings</a:t>
            </a:r>
            <a:endParaRPr sz="2800">
              <a:latin typeface="Verdana"/>
              <a:cs typeface="Verdana"/>
            </a:endParaRPr>
          </a:p>
          <a:p>
            <a:pPr marL="529590" marR="2477770">
              <a:lnSpc>
                <a:spcPct val="140000"/>
              </a:lnSpc>
              <a:spcBef>
                <a:spcPts val="240"/>
              </a:spcBef>
            </a:pP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Can</a:t>
            </a:r>
            <a:r>
              <a:rPr sz="2000" b="1" spc="-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use</a:t>
            </a:r>
            <a:r>
              <a:rPr sz="2000" b="1" spc="-20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“</a:t>
            </a:r>
            <a:r>
              <a:rPr sz="2000" b="1" spc="-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”</a:t>
            </a:r>
            <a:r>
              <a:rPr sz="2000" b="1" spc="-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or ‘</a:t>
            </a:r>
            <a:r>
              <a:rPr sz="2000" b="1" spc="-10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’</a:t>
            </a:r>
            <a:r>
              <a:rPr sz="2000" b="1" spc="-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to </a:t>
            </a:r>
            <a:r>
              <a:rPr sz="2000" b="1" spc="-10" dirty="0">
                <a:solidFill>
                  <a:srgbClr val="1F3863"/>
                </a:solidFill>
                <a:latin typeface="Verdana"/>
                <a:cs typeface="Verdana"/>
              </a:rPr>
              <a:t>specify.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“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GKTCS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”</a:t>
            </a:r>
            <a:r>
              <a:rPr sz="2000" b="1" spc="-3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or</a:t>
            </a:r>
            <a:r>
              <a:rPr sz="2000" b="1" spc="-1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‘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GKTCS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’</a:t>
            </a:r>
            <a:r>
              <a:rPr sz="2000" b="1" spc="-2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1F3863"/>
                </a:solidFill>
                <a:latin typeface="Verdana"/>
                <a:cs typeface="Verdana"/>
              </a:rPr>
              <a:t>are</a:t>
            </a:r>
            <a:r>
              <a:rPr sz="2000" b="1" spc="-2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1F3863"/>
                </a:solidFill>
                <a:latin typeface="Verdana"/>
                <a:cs typeface="Verdana"/>
              </a:rPr>
              <a:t>same.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2154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30" dirty="0"/>
              <a:t> </a:t>
            </a:r>
            <a:r>
              <a:rPr spc="-10" dirty="0"/>
              <a:t>Methods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82367" y="1144524"/>
            <a:ext cx="2380615" cy="2372995"/>
            <a:chOff x="2182367" y="1144524"/>
            <a:chExt cx="2380615" cy="2372995"/>
          </a:xfrm>
        </p:grpSpPr>
        <p:sp>
          <p:nvSpPr>
            <p:cNvPr id="4" name="object 4"/>
            <p:cNvSpPr/>
            <p:nvPr/>
          </p:nvSpPr>
          <p:spPr>
            <a:xfrm>
              <a:off x="2182367" y="1685544"/>
              <a:ext cx="2380615" cy="1831975"/>
            </a:xfrm>
            <a:custGeom>
              <a:avLst/>
              <a:gdLst/>
              <a:ahLst/>
              <a:cxnLst/>
              <a:rect l="l" t="t" r="r" b="b"/>
              <a:pathLst>
                <a:path w="2380615" h="1831975">
                  <a:moveTo>
                    <a:pt x="2380487" y="0"/>
                  </a:moveTo>
                  <a:lnTo>
                    <a:pt x="0" y="0"/>
                  </a:lnTo>
                  <a:lnTo>
                    <a:pt x="0" y="1831848"/>
                  </a:lnTo>
                  <a:lnTo>
                    <a:pt x="2380487" y="1831848"/>
                  </a:lnTo>
                  <a:lnTo>
                    <a:pt x="2380487" y="0"/>
                  </a:lnTo>
                  <a:close/>
                </a:path>
              </a:pathLst>
            </a:custGeom>
            <a:solidFill>
              <a:srgbClr val="2E5496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82367" y="1144524"/>
              <a:ext cx="2380615" cy="958850"/>
            </a:xfrm>
            <a:custGeom>
              <a:avLst/>
              <a:gdLst/>
              <a:ahLst/>
              <a:cxnLst/>
              <a:rect l="l" t="t" r="r" b="b"/>
              <a:pathLst>
                <a:path w="2380615" h="958850">
                  <a:moveTo>
                    <a:pt x="2380487" y="0"/>
                  </a:moveTo>
                  <a:lnTo>
                    <a:pt x="0" y="0"/>
                  </a:lnTo>
                  <a:lnTo>
                    <a:pt x="0" y="829437"/>
                  </a:lnTo>
                  <a:lnTo>
                    <a:pt x="1079754" y="829437"/>
                  </a:lnTo>
                  <a:lnTo>
                    <a:pt x="1190244" y="958596"/>
                  </a:lnTo>
                  <a:lnTo>
                    <a:pt x="1300733" y="829437"/>
                  </a:lnTo>
                  <a:lnTo>
                    <a:pt x="2380487" y="829437"/>
                  </a:lnTo>
                  <a:lnTo>
                    <a:pt x="2380487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905755" y="1161288"/>
            <a:ext cx="2380615" cy="2374900"/>
            <a:chOff x="4905755" y="1161288"/>
            <a:chExt cx="2380615" cy="2374900"/>
          </a:xfrm>
        </p:grpSpPr>
        <p:sp>
          <p:nvSpPr>
            <p:cNvPr id="7" name="object 7"/>
            <p:cNvSpPr/>
            <p:nvPr/>
          </p:nvSpPr>
          <p:spPr>
            <a:xfrm>
              <a:off x="4905755" y="1703832"/>
              <a:ext cx="2380615" cy="1831975"/>
            </a:xfrm>
            <a:custGeom>
              <a:avLst/>
              <a:gdLst/>
              <a:ahLst/>
              <a:cxnLst/>
              <a:rect l="l" t="t" r="r" b="b"/>
              <a:pathLst>
                <a:path w="2380615" h="1831975">
                  <a:moveTo>
                    <a:pt x="2380488" y="0"/>
                  </a:moveTo>
                  <a:lnTo>
                    <a:pt x="0" y="0"/>
                  </a:lnTo>
                  <a:lnTo>
                    <a:pt x="0" y="1831848"/>
                  </a:lnTo>
                  <a:lnTo>
                    <a:pt x="2380488" y="1831848"/>
                  </a:lnTo>
                  <a:lnTo>
                    <a:pt x="2380488" y="0"/>
                  </a:lnTo>
                  <a:close/>
                </a:path>
              </a:pathLst>
            </a:custGeom>
            <a:solidFill>
              <a:srgbClr val="FFC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5755" y="1161288"/>
              <a:ext cx="2380615" cy="960119"/>
            </a:xfrm>
            <a:custGeom>
              <a:avLst/>
              <a:gdLst/>
              <a:ahLst/>
              <a:cxnLst/>
              <a:rect l="l" t="t" r="r" b="b"/>
              <a:pathLst>
                <a:path w="2380615" h="960119">
                  <a:moveTo>
                    <a:pt x="2380488" y="0"/>
                  </a:moveTo>
                  <a:lnTo>
                    <a:pt x="0" y="0"/>
                  </a:lnTo>
                  <a:lnTo>
                    <a:pt x="0" y="830834"/>
                  </a:lnTo>
                  <a:lnTo>
                    <a:pt x="1079754" y="830834"/>
                  </a:lnTo>
                  <a:lnTo>
                    <a:pt x="1190244" y="960120"/>
                  </a:lnTo>
                  <a:lnTo>
                    <a:pt x="1300734" y="830834"/>
                  </a:lnTo>
                  <a:lnTo>
                    <a:pt x="2380488" y="830834"/>
                  </a:lnTo>
                  <a:lnTo>
                    <a:pt x="2380488" y="0"/>
                  </a:lnTo>
                  <a:close/>
                </a:path>
              </a:pathLst>
            </a:custGeom>
            <a:solidFill>
              <a:srgbClr val="EDA0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680959" y="1161288"/>
            <a:ext cx="2380615" cy="2374900"/>
            <a:chOff x="7680959" y="1161288"/>
            <a:chExt cx="2380615" cy="2374900"/>
          </a:xfrm>
        </p:grpSpPr>
        <p:sp>
          <p:nvSpPr>
            <p:cNvPr id="10" name="object 10"/>
            <p:cNvSpPr/>
            <p:nvPr/>
          </p:nvSpPr>
          <p:spPr>
            <a:xfrm>
              <a:off x="7680959" y="1703832"/>
              <a:ext cx="2380615" cy="1831975"/>
            </a:xfrm>
            <a:custGeom>
              <a:avLst/>
              <a:gdLst/>
              <a:ahLst/>
              <a:cxnLst/>
              <a:rect l="l" t="t" r="r" b="b"/>
              <a:pathLst>
                <a:path w="2380615" h="1831975">
                  <a:moveTo>
                    <a:pt x="2380488" y="0"/>
                  </a:moveTo>
                  <a:lnTo>
                    <a:pt x="0" y="0"/>
                  </a:lnTo>
                  <a:lnTo>
                    <a:pt x="0" y="1831848"/>
                  </a:lnTo>
                  <a:lnTo>
                    <a:pt x="2380488" y="1831848"/>
                  </a:lnTo>
                  <a:lnTo>
                    <a:pt x="2380488" y="0"/>
                  </a:lnTo>
                  <a:close/>
                </a:path>
              </a:pathLst>
            </a:custGeom>
            <a:solidFill>
              <a:srgbClr val="2E5496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80959" y="1161288"/>
              <a:ext cx="2380615" cy="960119"/>
            </a:xfrm>
            <a:custGeom>
              <a:avLst/>
              <a:gdLst/>
              <a:ahLst/>
              <a:cxnLst/>
              <a:rect l="l" t="t" r="r" b="b"/>
              <a:pathLst>
                <a:path w="2380615" h="960119">
                  <a:moveTo>
                    <a:pt x="2380488" y="0"/>
                  </a:moveTo>
                  <a:lnTo>
                    <a:pt x="0" y="0"/>
                  </a:lnTo>
                  <a:lnTo>
                    <a:pt x="0" y="830834"/>
                  </a:lnTo>
                  <a:lnTo>
                    <a:pt x="1079754" y="830834"/>
                  </a:lnTo>
                  <a:lnTo>
                    <a:pt x="1190244" y="960120"/>
                  </a:lnTo>
                  <a:lnTo>
                    <a:pt x="1300734" y="830834"/>
                  </a:lnTo>
                  <a:lnTo>
                    <a:pt x="2380488" y="830834"/>
                  </a:lnTo>
                  <a:lnTo>
                    <a:pt x="238048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182367" y="3848100"/>
            <a:ext cx="2380615" cy="2374900"/>
            <a:chOff x="2182367" y="3848100"/>
            <a:chExt cx="2380615" cy="2374900"/>
          </a:xfrm>
        </p:grpSpPr>
        <p:sp>
          <p:nvSpPr>
            <p:cNvPr id="13" name="object 13"/>
            <p:cNvSpPr/>
            <p:nvPr/>
          </p:nvSpPr>
          <p:spPr>
            <a:xfrm>
              <a:off x="2182367" y="4390644"/>
              <a:ext cx="2380615" cy="1831975"/>
            </a:xfrm>
            <a:custGeom>
              <a:avLst/>
              <a:gdLst/>
              <a:ahLst/>
              <a:cxnLst/>
              <a:rect l="l" t="t" r="r" b="b"/>
              <a:pathLst>
                <a:path w="2380615" h="1831975">
                  <a:moveTo>
                    <a:pt x="2380487" y="0"/>
                  </a:moveTo>
                  <a:lnTo>
                    <a:pt x="0" y="0"/>
                  </a:lnTo>
                  <a:lnTo>
                    <a:pt x="0" y="1831847"/>
                  </a:lnTo>
                  <a:lnTo>
                    <a:pt x="2380487" y="1831847"/>
                  </a:lnTo>
                  <a:lnTo>
                    <a:pt x="2380487" y="0"/>
                  </a:lnTo>
                  <a:close/>
                </a:path>
              </a:pathLst>
            </a:custGeom>
            <a:solidFill>
              <a:srgbClr val="FFC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82367" y="3848100"/>
              <a:ext cx="2380615" cy="960119"/>
            </a:xfrm>
            <a:custGeom>
              <a:avLst/>
              <a:gdLst/>
              <a:ahLst/>
              <a:cxnLst/>
              <a:rect l="l" t="t" r="r" b="b"/>
              <a:pathLst>
                <a:path w="2380615" h="960120">
                  <a:moveTo>
                    <a:pt x="2380487" y="0"/>
                  </a:moveTo>
                  <a:lnTo>
                    <a:pt x="0" y="0"/>
                  </a:lnTo>
                  <a:lnTo>
                    <a:pt x="0" y="830833"/>
                  </a:lnTo>
                  <a:lnTo>
                    <a:pt x="1079754" y="830833"/>
                  </a:lnTo>
                  <a:lnTo>
                    <a:pt x="1190244" y="960119"/>
                  </a:lnTo>
                  <a:lnTo>
                    <a:pt x="1300733" y="830833"/>
                  </a:lnTo>
                  <a:lnTo>
                    <a:pt x="2380487" y="830833"/>
                  </a:lnTo>
                  <a:lnTo>
                    <a:pt x="2380487" y="0"/>
                  </a:lnTo>
                  <a:close/>
                </a:path>
              </a:pathLst>
            </a:custGeom>
            <a:solidFill>
              <a:srgbClr val="EDA0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680959" y="3848100"/>
            <a:ext cx="2380615" cy="2374900"/>
            <a:chOff x="7680959" y="3848100"/>
            <a:chExt cx="2380615" cy="2374900"/>
          </a:xfrm>
        </p:grpSpPr>
        <p:sp>
          <p:nvSpPr>
            <p:cNvPr id="16" name="object 16"/>
            <p:cNvSpPr/>
            <p:nvPr/>
          </p:nvSpPr>
          <p:spPr>
            <a:xfrm>
              <a:off x="7680959" y="4390644"/>
              <a:ext cx="2380615" cy="1831975"/>
            </a:xfrm>
            <a:custGeom>
              <a:avLst/>
              <a:gdLst/>
              <a:ahLst/>
              <a:cxnLst/>
              <a:rect l="l" t="t" r="r" b="b"/>
              <a:pathLst>
                <a:path w="2380615" h="1831975">
                  <a:moveTo>
                    <a:pt x="2380488" y="0"/>
                  </a:moveTo>
                  <a:lnTo>
                    <a:pt x="0" y="0"/>
                  </a:lnTo>
                  <a:lnTo>
                    <a:pt x="0" y="1831847"/>
                  </a:lnTo>
                  <a:lnTo>
                    <a:pt x="2380488" y="1831847"/>
                  </a:lnTo>
                  <a:lnTo>
                    <a:pt x="2380488" y="0"/>
                  </a:lnTo>
                  <a:close/>
                </a:path>
              </a:pathLst>
            </a:custGeom>
            <a:solidFill>
              <a:srgbClr val="FFC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80959" y="3848100"/>
              <a:ext cx="2380615" cy="960119"/>
            </a:xfrm>
            <a:custGeom>
              <a:avLst/>
              <a:gdLst/>
              <a:ahLst/>
              <a:cxnLst/>
              <a:rect l="l" t="t" r="r" b="b"/>
              <a:pathLst>
                <a:path w="2380615" h="960120">
                  <a:moveTo>
                    <a:pt x="2380488" y="0"/>
                  </a:moveTo>
                  <a:lnTo>
                    <a:pt x="0" y="0"/>
                  </a:lnTo>
                  <a:lnTo>
                    <a:pt x="0" y="830833"/>
                  </a:lnTo>
                  <a:lnTo>
                    <a:pt x="1079754" y="830833"/>
                  </a:lnTo>
                  <a:lnTo>
                    <a:pt x="1190244" y="960119"/>
                  </a:lnTo>
                  <a:lnTo>
                    <a:pt x="1300734" y="830833"/>
                  </a:lnTo>
                  <a:lnTo>
                    <a:pt x="2380488" y="830833"/>
                  </a:lnTo>
                  <a:lnTo>
                    <a:pt x="2380488" y="0"/>
                  </a:lnTo>
                  <a:close/>
                </a:path>
              </a:pathLst>
            </a:custGeom>
            <a:solidFill>
              <a:srgbClr val="EDA0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905755" y="3848100"/>
            <a:ext cx="2380615" cy="2374900"/>
            <a:chOff x="4905755" y="3848100"/>
            <a:chExt cx="2380615" cy="2374900"/>
          </a:xfrm>
        </p:grpSpPr>
        <p:sp>
          <p:nvSpPr>
            <p:cNvPr id="19" name="object 19"/>
            <p:cNvSpPr/>
            <p:nvPr/>
          </p:nvSpPr>
          <p:spPr>
            <a:xfrm>
              <a:off x="4905755" y="4390644"/>
              <a:ext cx="2380615" cy="1831975"/>
            </a:xfrm>
            <a:custGeom>
              <a:avLst/>
              <a:gdLst/>
              <a:ahLst/>
              <a:cxnLst/>
              <a:rect l="l" t="t" r="r" b="b"/>
              <a:pathLst>
                <a:path w="2380615" h="1831975">
                  <a:moveTo>
                    <a:pt x="2380488" y="0"/>
                  </a:moveTo>
                  <a:lnTo>
                    <a:pt x="0" y="0"/>
                  </a:lnTo>
                  <a:lnTo>
                    <a:pt x="0" y="1831847"/>
                  </a:lnTo>
                  <a:lnTo>
                    <a:pt x="2380488" y="1831847"/>
                  </a:lnTo>
                  <a:lnTo>
                    <a:pt x="2380488" y="0"/>
                  </a:lnTo>
                  <a:close/>
                </a:path>
              </a:pathLst>
            </a:custGeom>
            <a:solidFill>
              <a:srgbClr val="2E5496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05755" y="3848100"/>
              <a:ext cx="2380615" cy="960119"/>
            </a:xfrm>
            <a:custGeom>
              <a:avLst/>
              <a:gdLst/>
              <a:ahLst/>
              <a:cxnLst/>
              <a:rect l="l" t="t" r="r" b="b"/>
              <a:pathLst>
                <a:path w="2380615" h="960120">
                  <a:moveTo>
                    <a:pt x="2380488" y="0"/>
                  </a:moveTo>
                  <a:lnTo>
                    <a:pt x="0" y="0"/>
                  </a:lnTo>
                  <a:lnTo>
                    <a:pt x="0" y="830833"/>
                  </a:lnTo>
                  <a:lnTo>
                    <a:pt x="1079754" y="830833"/>
                  </a:lnTo>
                  <a:lnTo>
                    <a:pt x="1190244" y="960119"/>
                  </a:lnTo>
                  <a:lnTo>
                    <a:pt x="1300734" y="830833"/>
                  </a:lnTo>
                  <a:lnTo>
                    <a:pt x="2380488" y="830833"/>
                  </a:lnTo>
                  <a:lnTo>
                    <a:pt x="238048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529198" y="1376933"/>
            <a:ext cx="11353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upper()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03341" y="4057650"/>
            <a:ext cx="13747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isupper()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11642" y="1376933"/>
            <a:ext cx="1109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lower()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78632" y="4080128"/>
            <a:ext cx="1187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isdigit()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29889" y="1376933"/>
            <a:ext cx="876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title()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19033" y="4034485"/>
            <a:ext cx="16935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swapcase()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56485" y="2180590"/>
            <a:ext cx="20262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Converts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first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0" dirty="0">
                <a:latin typeface="Verdana"/>
                <a:cs typeface="Verdana"/>
              </a:rPr>
              <a:t> each 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upper </a:t>
            </a:r>
            <a:r>
              <a:rPr sz="1800" spc="-20" dirty="0">
                <a:latin typeface="Verdana"/>
                <a:cs typeface="Verdana"/>
              </a:rPr>
              <a:t>case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67046" y="2237359"/>
            <a:ext cx="1996439" cy="5638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2080"/>
              </a:lnSpc>
              <a:spcBef>
                <a:spcPts val="235"/>
              </a:spcBef>
            </a:pPr>
            <a:r>
              <a:rPr sz="1800" dirty="0">
                <a:latin typeface="Verdana"/>
                <a:cs typeface="Verdana"/>
              </a:rPr>
              <a:t>Converts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string </a:t>
            </a:r>
            <a:r>
              <a:rPr sz="1800" dirty="0">
                <a:latin typeface="Verdana"/>
                <a:cs typeface="Verdana"/>
              </a:rPr>
              <a:t>into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upper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case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98130" y="2237359"/>
            <a:ext cx="1996439" cy="5638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2080"/>
              </a:lnSpc>
              <a:spcBef>
                <a:spcPts val="235"/>
              </a:spcBef>
            </a:pPr>
            <a:r>
              <a:rPr sz="1800" dirty="0">
                <a:latin typeface="Verdana"/>
                <a:cs typeface="Verdana"/>
              </a:rPr>
              <a:t>Converts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string </a:t>
            </a:r>
            <a:r>
              <a:rPr sz="1800" dirty="0">
                <a:latin typeface="Verdana"/>
                <a:cs typeface="Verdana"/>
              </a:rPr>
              <a:t>into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lower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case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47341" y="4893309"/>
            <a:ext cx="2057400" cy="8382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98100"/>
              </a:lnSpc>
              <a:spcBef>
                <a:spcPts val="140"/>
              </a:spcBef>
            </a:pPr>
            <a:r>
              <a:rPr sz="1800" dirty="0">
                <a:latin typeface="Verdana"/>
                <a:cs typeface="Verdana"/>
              </a:rPr>
              <a:t>Returns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True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all </a:t>
            </a:r>
            <a:r>
              <a:rPr sz="1800" dirty="0">
                <a:latin typeface="Verdana"/>
                <a:cs typeface="Verdana"/>
              </a:rPr>
              <a:t>characters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string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digits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7248" y="4860747"/>
            <a:ext cx="2320290" cy="11131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8700"/>
              </a:lnSpc>
              <a:spcBef>
                <a:spcPts val="130"/>
              </a:spcBef>
            </a:pPr>
            <a:r>
              <a:rPr sz="1800" dirty="0">
                <a:latin typeface="Verdana"/>
                <a:cs typeface="Verdana"/>
              </a:rPr>
              <a:t>Swaps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cases,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lower </a:t>
            </a:r>
            <a:r>
              <a:rPr sz="1800" dirty="0">
                <a:latin typeface="Verdana"/>
                <a:cs typeface="Verdana"/>
              </a:rPr>
              <a:t>case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becomes </a:t>
            </a:r>
            <a:r>
              <a:rPr sz="1800" dirty="0">
                <a:latin typeface="Verdana"/>
                <a:cs typeface="Verdana"/>
              </a:rPr>
              <a:t>upper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case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vice </a:t>
            </a:r>
            <a:r>
              <a:rPr sz="1800" spc="-10" dirty="0">
                <a:latin typeface="Verdana"/>
                <a:cs typeface="Verdana"/>
              </a:rPr>
              <a:t>versa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36565" y="4873193"/>
            <a:ext cx="2058035" cy="11131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8700"/>
              </a:lnSpc>
              <a:spcBef>
                <a:spcPts val="130"/>
              </a:spcBef>
            </a:pPr>
            <a:r>
              <a:rPr sz="1800" dirty="0">
                <a:latin typeface="Verdana"/>
                <a:cs typeface="Verdana"/>
              </a:rPr>
              <a:t>Returns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True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all </a:t>
            </a:r>
            <a:r>
              <a:rPr sz="1800" dirty="0">
                <a:latin typeface="Verdana"/>
                <a:cs typeface="Verdana"/>
              </a:rPr>
              <a:t>characters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string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in </a:t>
            </a:r>
            <a:r>
              <a:rPr sz="1800" dirty="0">
                <a:latin typeface="Verdana"/>
                <a:cs typeface="Verdana"/>
              </a:rPr>
              <a:t>upper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case.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413" rIns="0" bIns="0" rtlCol="0">
            <a:spAutoFit/>
          </a:bodyPr>
          <a:lstStyle/>
          <a:p>
            <a:pPr marL="394525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9637" y="1340865"/>
            <a:ext cx="9100820" cy="1177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Variables</a:t>
            </a:r>
            <a:r>
              <a:rPr sz="24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are</a:t>
            </a:r>
            <a:r>
              <a:rPr sz="24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use</a:t>
            </a:r>
            <a:r>
              <a:rPr sz="24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to</a:t>
            </a:r>
            <a:r>
              <a:rPr sz="24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store</a:t>
            </a:r>
            <a:r>
              <a:rPr sz="24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data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values.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767070"/>
              </a:buClr>
              <a:buFont typeface="Wingdings"/>
              <a:buChar char=""/>
            </a:pP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A</a:t>
            </a:r>
            <a:r>
              <a:rPr sz="2400" b="1" spc="-3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variable</a:t>
            </a:r>
            <a:r>
              <a:rPr sz="2400" b="1" spc="-3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is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created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when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you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assign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a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value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to</a:t>
            </a:r>
            <a:r>
              <a:rPr sz="24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767070"/>
                </a:solidFill>
                <a:latin typeface="Verdana"/>
                <a:cs typeface="Verdana"/>
              </a:rPr>
              <a:t>it.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11" y="3218656"/>
            <a:ext cx="10974349" cy="17526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6403" y="3310128"/>
            <a:ext cx="10613390" cy="1574800"/>
          </a:xfrm>
          <a:prstGeom prst="rect">
            <a:avLst/>
          </a:prstGeom>
          <a:solidFill>
            <a:srgbClr val="FFFFFF"/>
          </a:solidFill>
          <a:ln w="57150">
            <a:solidFill>
              <a:srgbClr val="BE9000"/>
            </a:solidFill>
          </a:ln>
        </p:spPr>
        <p:txBody>
          <a:bodyPr vert="horz" wrap="square" lIns="0" tIns="217804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714"/>
              </a:spcBef>
            </a:pPr>
            <a:r>
              <a:rPr sz="1800" b="1" dirty="0">
                <a:solidFill>
                  <a:srgbClr val="2E5496"/>
                </a:solidFill>
                <a:latin typeface="Verdana"/>
                <a:cs typeface="Verdana"/>
              </a:rPr>
              <a:t>x</a:t>
            </a:r>
            <a:r>
              <a:rPr sz="18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2E5496"/>
                </a:solidFill>
                <a:latin typeface="Verdana"/>
                <a:cs typeface="Verdana"/>
              </a:rPr>
              <a:t>=</a:t>
            </a:r>
            <a:r>
              <a:rPr sz="18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1800" b="1" spc="-50" dirty="0">
                <a:solidFill>
                  <a:srgbClr val="C55A11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  <a:p>
            <a:pPr marL="324485" marR="8908415">
              <a:lnSpc>
                <a:spcPct val="100000"/>
              </a:lnSpc>
            </a:pPr>
            <a:r>
              <a:rPr sz="1800" b="1" dirty="0">
                <a:solidFill>
                  <a:srgbClr val="2E5496"/>
                </a:solidFill>
                <a:latin typeface="Verdana"/>
                <a:cs typeface="Verdana"/>
              </a:rPr>
              <a:t>y</a:t>
            </a:r>
            <a:r>
              <a:rPr sz="18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2E5496"/>
                </a:solidFill>
                <a:latin typeface="Verdana"/>
                <a:cs typeface="Verdana"/>
              </a:rPr>
              <a:t>=</a:t>
            </a:r>
            <a:r>
              <a:rPr sz="18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2E5496"/>
                </a:solidFill>
                <a:latin typeface="Verdana"/>
                <a:cs typeface="Verdana"/>
              </a:rPr>
              <a:t>“</a:t>
            </a:r>
            <a:r>
              <a:rPr sz="1800" b="1" spc="-10" dirty="0">
                <a:solidFill>
                  <a:srgbClr val="C55A11"/>
                </a:solidFill>
                <a:latin typeface="Verdana"/>
                <a:cs typeface="Verdana"/>
              </a:rPr>
              <a:t>Amit</a:t>
            </a:r>
            <a:r>
              <a:rPr sz="1800" b="1" spc="-10" dirty="0">
                <a:solidFill>
                  <a:srgbClr val="2E5496"/>
                </a:solidFill>
                <a:latin typeface="Verdana"/>
                <a:cs typeface="Verdana"/>
              </a:rPr>
              <a:t>" print(x) print(y)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269" rIns="0" bIns="0" rtlCol="0">
            <a:spAutoFit/>
          </a:bodyPr>
          <a:lstStyle/>
          <a:p>
            <a:pPr marL="42233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1144524"/>
            <a:ext cx="10655808" cy="51374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1894" y="147065"/>
            <a:ext cx="62052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Rules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Python</a:t>
            </a:r>
            <a:r>
              <a:rPr spc="-15" dirty="0"/>
              <a:t> </a:t>
            </a:r>
            <a:r>
              <a:rPr spc="-10" dirty="0"/>
              <a:t>variables: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25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dirty="0"/>
              <a:t>A</a:t>
            </a:r>
            <a:r>
              <a:rPr spc="-20" dirty="0"/>
              <a:t> </a:t>
            </a:r>
            <a:r>
              <a:rPr dirty="0"/>
              <a:t>variable</a:t>
            </a:r>
            <a:r>
              <a:rPr spc="-15" dirty="0"/>
              <a:t> </a:t>
            </a:r>
            <a:r>
              <a:rPr dirty="0"/>
              <a:t>name</a:t>
            </a:r>
            <a:r>
              <a:rPr spc="-10" dirty="0"/>
              <a:t> </a:t>
            </a:r>
            <a:r>
              <a:rPr dirty="0"/>
              <a:t>must</a:t>
            </a:r>
            <a:r>
              <a:rPr spc="-25" dirty="0"/>
              <a:t> </a:t>
            </a:r>
            <a:r>
              <a:rPr dirty="0"/>
              <a:t>start</a:t>
            </a:r>
            <a:r>
              <a:rPr spc="-4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letter</a:t>
            </a:r>
            <a:r>
              <a:rPr spc="-30" dirty="0"/>
              <a:t> </a:t>
            </a:r>
            <a:r>
              <a:rPr dirty="0"/>
              <a:t>or</a:t>
            </a:r>
            <a:r>
              <a:rPr spc="-1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underscore</a:t>
            </a:r>
          </a:p>
          <a:p>
            <a:pPr marL="355600">
              <a:lnSpc>
                <a:spcPts val="2825"/>
              </a:lnSpc>
            </a:pPr>
            <a:r>
              <a:rPr spc="-10" dirty="0"/>
              <a:t>character</a:t>
            </a: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pc="-10" dirty="0"/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4965" algn="l"/>
              </a:tabLst>
            </a:pPr>
            <a:r>
              <a:rPr dirty="0"/>
              <a:t>A</a:t>
            </a:r>
            <a:r>
              <a:rPr spc="-30" dirty="0"/>
              <a:t> </a:t>
            </a:r>
            <a:r>
              <a:rPr dirty="0"/>
              <a:t>variable</a:t>
            </a:r>
            <a:r>
              <a:rPr spc="-20" dirty="0"/>
              <a:t> </a:t>
            </a:r>
            <a:r>
              <a:rPr dirty="0"/>
              <a:t>name</a:t>
            </a:r>
            <a:r>
              <a:rPr spc="-15" dirty="0"/>
              <a:t> </a:t>
            </a:r>
            <a:r>
              <a:rPr dirty="0"/>
              <a:t>cannot</a:t>
            </a:r>
            <a:r>
              <a:rPr spc="-30" dirty="0"/>
              <a:t> </a:t>
            </a:r>
            <a:r>
              <a:rPr dirty="0"/>
              <a:t>start</a:t>
            </a:r>
            <a:r>
              <a:rPr spc="-45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number</a:t>
            </a:r>
          </a:p>
          <a:p>
            <a:pPr>
              <a:lnSpc>
                <a:spcPct val="100000"/>
              </a:lnSpc>
              <a:spcBef>
                <a:spcPts val="1685"/>
              </a:spcBef>
              <a:buClr>
                <a:srgbClr val="767070"/>
              </a:buClr>
              <a:buFont typeface="Wingdings"/>
              <a:buChar char=""/>
            </a:pPr>
            <a:endParaRPr spc="-10" dirty="0"/>
          </a:p>
          <a:p>
            <a:pPr marL="354330" marR="5080" indent="-342265">
              <a:lnSpc>
                <a:spcPts val="2770"/>
              </a:lnSpc>
              <a:buFont typeface="Wingdings"/>
              <a:buChar char=""/>
              <a:tabLst>
                <a:tab pos="355600" algn="l"/>
              </a:tabLst>
            </a:pPr>
            <a:r>
              <a:rPr dirty="0"/>
              <a:t>A</a:t>
            </a:r>
            <a:r>
              <a:rPr spc="-50" dirty="0"/>
              <a:t> </a:t>
            </a:r>
            <a:r>
              <a:rPr dirty="0"/>
              <a:t>variable</a:t>
            </a:r>
            <a:r>
              <a:rPr spc="-45" dirty="0"/>
              <a:t> </a:t>
            </a:r>
            <a:r>
              <a:rPr dirty="0"/>
              <a:t>name</a:t>
            </a:r>
            <a:r>
              <a:rPr spc="-40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only</a:t>
            </a:r>
            <a:r>
              <a:rPr spc="-25" dirty="0"/>
              <a:t> </a:t>
            </a:r>
            <a:r>
              <a:rPr dirty="0"/>
              <a:t>contain</a:t>
            </a:r>
            <a:r>
              <a:rPr spc="-35" dirty="0"/>
              <a:t> </a:t>
            </a:r>
            <a:r>
              <a:rPr dirty="0"/>
              <a:t>alpha-numeric</a:t>
            </a:r>
            <a:r>
              <a:rPr spc="-35" dirty="0"/>
              <a:t> </a:t>
            </a:r>
            <a:r>
              <a:rPr spc="-10" dirty="0"/>
              <a:t>characters 	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underscores</a:t>
            </a:r>
            <a:r>
              <a:rPr spc="-35" dirty="0"/>
              <a:t> </a:t>
            </a:r>
            <a:r>
              <a:rPr dirty="0"/>
              <a:t>(A-z,</a:t>
            </a:r>
            <a:r>
              <a:rPr spc="-55" dirty="0"/>
              <a:t> </a:t>
            </a:r>
            <a:r>
              <a:rPr spc="-20" dirty="0"/>
              <a:t>0-</a:t>
            </a:r>
            <a:r>
              <a:rPr dirty="0"/>
              <a:t>9,</a:t>
            </a:r>
            <a:r>
              <a:rPr spc="-4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_</a:t>
            </a:r>
            <a:r>
              <a:rPr spc="-40" dirty="0"/>
              <a:t> </a:t>
            </a:r>
            <a:r>
              <a:rPr spc="-50" dirty="0"/>
              <a:t>)</a:t>
            </a:r>
          </a:p>
          <a:p>
            <a:pPr>
              <a:lnSpc>
                <a:spcPct val="100000"/>
              </a:lnSpc>
              <a:spcBef>
                <a:spcPts val="1645"/>
              </a:spcBef>
              <a:buClr>
                <a:srgbClr val="767070"/>
              </a:buClr>
              <a:buFont typeface="Wingdings"/>
              <a:buChar char=""/>
            </a:pPr>
            <a:endParaRPr spc="-50" dirty="0"/>
          </a:p>
          <a:p>
            <a:pPr marL="354330" marR="381000" indent="-342265">
              <a:lnSpc>
                <a:spcPts val="2770"/>
              </a:lnSpc>
              <a:buFont typeface="Wingdings"/>
              <a:buChar char=""/>
              <a:tabLst>
                <a:tab pos="355600" algn="l"/>
              </a:tabLst>
            </a:pPr>
            <a:r>
              <a:rPr dirty="0"/>
              <a:t>Variable</a:t>
            </a:r>
            <a:r>
              <a:rPr spc="-45" dirty="0"/>
              <a:t> </a:t>
            </a:r>
            <a:r>
              <a:rPr dirty="0"/>
              <a:t>names</a:t>
            </a:r>
            <a:r>
              <a:rPr spc="-45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spc="-10" dirty="0"/>
              <a:t>case-</a:t>
            </a:r>
            <a:r>
              <a:rPr dirty="0"/>
              <a:t>sensitive</a:t>
            </a:r>
            <a:r>
              <a:rPr spc="-35" dirty="0"/>
              <a:t> </a:t>
            </a:r>
            <a:r>
              <a:rPr dirty="0"/>
              <a:t>(age,</a:t>
            </a:r>
            <a:r>
              <a:rPr spc="-60" dirty="0"/>
              <a:t> </a:t>
            </a:r>
            <a:r>
              <a:rPr dirty="0"/>
              <a:t>Age</a:t>
            </a:r>
            <a:r>
              <a:rPr spc="-4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AGE</a:t>
            </a:r>
            <a:r>
              <a:rPr spc="-40" dirty="0"/>
              <a:t> </a:t>
            </a:r>
            <a:r>
              <a:rPr spc="-25" dirty="0"/>
              <a:t>are 	</a:t>
            </a:r>
            <a:r>
              <a:rPr dirty="0"/>
              <a:t>three</a:t>
            </a:r>
            <a:r>
              <a:rPr spc="-100" dirty="0"/>
              <a:t> </a:t>
            </a:r>
            <a:r>
              <a:rPr dirty="0"/>
              <a:t>different</a:t>
            </a:r>
            <a:r>
              <a:rPr spc="-95" dirty="0"/>
              <a:t> </a:t>
            </a:r>
            <a:r>
              <a:rPr spc="-10" dirty="0"/>
              <a:t>variables)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1686" y="143637"/>
            <a:ext cx="24466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2780" y="855929"/>
            <a:ext cx="10800715" cy="154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73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Comments</a:t>
            </a:r>
            <a:r>
              <a:rPr sz="2400" b="1" spc="-3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can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be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used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to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improve</a:t>
            </a:r>
            <a:r>
              <a:rPr sz="24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readability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of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the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 code.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1)</a:t>
            </a:r>
            <a:r>
              <a:rPr sz="24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Single-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line</a:t>
            </a:r>
            <a:r>
              <a:rPr sz="2400" b="1" spc="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comments</a:t>
            </a:r>
            <a:endParaRPr sz="2400">
              <a:latin typeface="Verdana"/>
              <a:cs typeface="Verdana"/>
            </a:endParaRPr>
          </a:p>
          <a:p>
            <a:pPr marL="476884">
              <a:lnSpc>
                <a:spcPct val="100000"/>
              </a:lnSpc>
              <a:spcBef>
                <a:spcPts val="1345"/>
              </a:spcBef>
            </a:pP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Simply</a:t>
            </a:r>
            <a:r>
              <a:rPr sz="2000" b="1" spc="-3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create</a:t>
            </a:r>
            <a:r>
              <a:rPr sz="2000" b="1" spc="-2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a</a:t>
            </a:r>
            <a:r>
              <a:rPr sz="2000" b="1" spc="-2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line</a:t>
            </a:r>
            <a:r>
              <a:rPr sz="2000" b="1" spc="-1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starting</a:t>
            </a:r>
            <a:r>
              <a:rPr sz="2000" b="1" spc="-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with</a:t>
            </a:r>
            <a:r>
              <a:rPr sz="2000" b="1" spc="-1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the</a:t>
            </a:r>
            <a:r>
              <a:rPr sz="2000" b="1" spc="-1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hash</a:t>
            </a:r>
            <a:r>
              <a:rPr sz="2000" b="1" spc="-2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(#)</a:t>
            </a:r>
            <a:r>
              <a:rPr sz="2000" b="1" spc="-2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C55A11"/>
                </a:solidFill>
                <a:latin typeface="Verdana"/>
                <a:cs typeface="Verdana"/>
              </a:rPr>
              <a:t>character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83" y="2637879"/>
            <a:ext cx="10974349" cy="8705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0476" y="2721864"/>
            <a:ext cx="10613390" cy="707390"/>
          </a:xfrm>
          <a:prstGeom prst="rect">
            <a:avLst/>
          </a:prstGeom>
          <a:solidFill>
            <a:srgbClr val="FFFFFF"/>
          </a:solidFill>
          <a:ln w="57150">
            <a:solidFill>
              <a:srgbClr val="DB993E"/>
            </a:solidFill>
          </a:ln>
        </p:spPr>
        <p:txBody>
          <a:bodyPr vert="horz" wrap="square" lIns="0" tIns="213360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1680"/>
              </a:spcBef>
            </a:pP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#This</a:t>
            </a:r>
            <a:r>
              <a:rPr sz="1800" b="1" spc="-5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would</a:t>
            </a:r>
            <a:r>
              <a:rPr sz="1800" b="1" spc="-4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be</a:t>
            </a:r>
            <a:r>
              <a:rPr sz="1800" b="1" spc="-4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a</a:t>
            </a:r>
            <a:r>
              <a:rPr sz="1800" b="1" spc="-4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single</a:t>
            </a:r>
            <a:r>
              <a:rPr sz="1800" b="1" spc="-4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line</a:t>
            </a:r>
            <a:r>
              <a:rPr sz="1800" b="1" spc="-3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comment</a:t>
            </a:r>
            <a:r>
              <a:rPr sz="1800" b="1" spc="-4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in</a:t>
            </a:r>
            <a:r>
              <a:rPr sz="1800" b="1" spc="-4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3A3838"/>
                </a:solidFill>
                <a:latin typeface="Verdana"/>
                <a:cs typeface="Verdana"/>
              </a:rPr>
              <a:t>Python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860" y="3690567"/>
            <a:ext cx="9776460" cy="1069340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2)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Multi-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line</a:t>
            </a:r>
            <a:r>
              <a:rPr sz="2400" b="1" spc="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comments</a:t>
            </a:r>
            <a:endParaRPr sz="2400">
              <a:latin typeface="Verdana"/>
              <a:cs typeface="Verdana"/>
            </a:endParaRPr>
          </a:p>
          <a:p>
            <a:pPr marL="476884">
              <a:lnSpc>
                <a:spcPct val="100000"/>
              </a:lnSpc>
              <a:spcBef>
                <a:spcPts val="1340"/>
              </a:spcBef>
            </a:pP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Created</a:t>
            </a:r>
            <a:r>
              <a:rPr sz="2000" b="1" spc="-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by</a:t>
            </a:r>
            <a:r>
              <a:rPr sz="2000" b="1" spc="-1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adding</a:t>
            </a:r>
            <a:r>
              <a:rPr sz="2000" b="1" spc="-3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a</a:t>
            </a:r>
            <a:r>
              <a:rPr sz="2000" b="1" spc="-2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delimiter</a:t>
            </a:r>
            <a:r>
              <a:rPr sz="2000" b="1" spc="-2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(""")</a:t>
            </a:r>
            <a:r>
              <a:rPr sz="2000" b="1" spc="-1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on</a:t>
            </a:r>
            <a:r>
              <a:rPr sz="2000" b="1" spc="-2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each</a:t>
            </a:r>
            <a:r>
              <a:rPr sz="2000" b="1" spc="-2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end</a:t>
            </a:r>
            <a:r>
              <a:rPr sz="2000" b="1" spc="-3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of</a:t>
            </a:r>
            <a:r>
              <a:rPr sz="2000" b="1" spc="-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the</a:t>
            </a:r>
            <a:r>
              <a:rPr sz="2000" b="1" spc="-3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C55A11"/>
                </a:solidFill>
                <a:latin typeface="Verdana"/>
                <a:cs typeface="Verdana"/>
              </a:rPr>
              <a:t>comment.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583" y="4957518"/>
            <a:ext cx="10974349" cy="152258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0476" y="5047488"/>
            <a:ext cx="10613390" cy="1347470"/>
          </a:xfrm>
          <a:prstGeom prst="rect">
            <a:avLst/>
          </a:prstGeom>
          <a:solidFill>
            <a:srgbClr val="FFFFFF"/>
          </a:solidFill>
          <a:ln w="57150">
            <a:solidFill>
              <a:srgbClr val="DB993E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19"/>
              </a:spcBef>
            </a:pPr>
            <a:endParaRPr sz="1800">
              <a:latin typeface="Times New Roman"/>
              <a:cs typeface="Times New Roman"/>
            </a:endParaRPr>
          </a:p>
          <a:p>
            <a:pPr marL="292735" marR="2468880">
              <a:lnSpc>
                <a:spcPct val="100000"/>
              </a:lnSpc>
            </a:pP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"""</a:t>
            </a:r>
            <a:r>
              <a:rPr sz="1800" b="1" spc="-3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This</a:t>
            </a:r>
            <a:r>
              <a:rPr sz="1800" b="1" spc="-6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would</a:t>
            </a:r>
            <a:r>
              <a:rPr sz="1800" b="1" spc="-5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be</a:t>
            </a:r>
            <a:r>
              <a:rPr sz="1800" b="1" spc="-4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a</a:t>
            </a:r>
            <a:r>
              <a:rPr sz="1800" b="1" spc="-5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multiline</a:t>
            </a:r>
            <a:r>
              <a:rPr sz="1800" b="1" spc="-5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comment</a:t>
            </a:r>
            <a:r>
              <a:rPr sz="1800" b="1" spc="-4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in</a:t>
            </a:r>
            <a:r>
              <a:rPr sz="1800" b="1" spc="-5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Python</a:t>
            </a:r>
            <a:r>
              <a:rPr sz="1800" b="1" spc="-3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3A3838"/>
                </a:solidFill>
                <a:latin typeface="Verdana"/>
                <a:cs typeface="Verdana"/>
              </a:rPr>
              <a:t>that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describes</a:t>
            </a:r>
            <a:r>
              <a:rPr sz="1800" b="1" spc="-6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your</a:t>
            </a:r>
            <a:r>
              <a:rPr sz="1800" b="1" spc="-4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code,</a:t>
            </a:r>
            <a:r>
              <a:rPr sz="1800" b="1" spc="-5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your</a:t>
            </a:r>
            <a:r>
              <a:rPr sz="1800" b="1" spc="-5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day,</a:t>
            </a:r>
            <a:r>
              <a:rPr sz="1800" b="1" spc="-5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or</a:t>
            </a:r>
            <a:r>
              <a:rPr sz="1800" b="1" spc="-5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anything</a:t>
            </a:r>
            <a:r>
              <a:rPr sz="1800" b="1" spc="-3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you</a:t>
            </a:r>
            <a:r>
              <a:rPr sz="1800" b="1" spc="-4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want</a:t>
            </a:r>
            <a:r>
              <a:rPr sz="1800" b="1" spc="-5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it</a:t>
            </a:r>
            <a:r>
              <a:rPr sz="1800" b="1" spc="-60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3A3838"/>
                </a:solidFill>
                <a:latin typeface="Verdana"/>
                <a:cs typeface="Verdana"/>
              </a:rPr>
              <a:t>to</a:t>
            </a:r>
            <a:r>
              <a:rPr sz="1800" b="1" spc="-55" dirty="0">
                <a:solidFill>
                  <a:srgbClr val="3A3838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3A3838"/>
                </a:solidFill>
                <a:latin typeface="Verdana"/>
                <a:cs typeface="Verdana"/>
              </a:rPr>
              <a:t>"""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903" y="987552"/>
            <a:ext cx="9918192" cy="52410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372" rIns="0" bIns="0" rtlCol="0">
            <a:spAutoFit/>
          </a:bodyPr>
          <a:lstStyle/>
          <a:p>
            <a:pPr marL="42233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707</Words>
  <Application>Microsoft Office PowerPoint</Application>
  <PresentationFormat>Widescreen</PresentationFormat>
  <Paragraphs>255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Verdana</vt:lpstr>
      <vt:lpstr>Wingdings</vt:lpstr>
      <vt:lpstr>Office Theme</vt:lpstr>
      <vt:lpstr>INTRODUCTION TO PYTHON By: Ms. Juli Kamari  Department of CSE IGDTUW, Delhi  </vt:lpstr>
      <vt:lpstr>What is Python ?</vt:lpstr>
      <vt:lpstr>Difference between Programing language &amp; Scripting language</vt:lpstr>
      <vt:lpstr>Hello GKTCS</vt:lpstr>
      <vt:lpstr>PYTHON 2</vt:lpstr>
      <vt:lpstr>PowerPoint Presentation</vt:lpstr>
      <vt:lpstr>Advantages</vt:lpstr>
      <vt:lpstr>Disadvantages</vt:lpstr>
      <vt:lpstr>Web Frameworks</vt:lpstr>
      <vt:lpstr>Dash</vt:lpstr>
      <vt:lpstr>03</vt:lpstr>
      <vt:lpstr>PowerPoint Presentation</vt:lpstr>
      <vt:lpstr>Popular website build with Python</vt:lpstr>
      <vt:lpstr>Installing Python on Windows</vt:lpstr>
      <vt:lpstr>Step: 2</vt:lpstr>
      <vt:lpstr>Step: 3</vt:lpstr>
      <vt:lpstr>PowerPoint Presentation</vt:lpstr>
      <vt:lpstr>IDLE Development Environment</vt:lpstr>
      <vt:lpstr>Python Interpreter</vt:lpstr>
      <vt:lpstr>How Python run’s</vt:lpstr>
      <vt:lpstr>Running Python</vt:lpstr>
      <vt:lpstr>Datatypes</vt:lpstr>
      <vt:lpstr>Datatypes and Example</vt:lpstr>
      <vt:lpstr>dict</vt:lpstr>
      <vt:lpstr>Basic Datatypes</vt:lpstr>
      <vt:lpstr>String Methods</vt:lpstr>
      <vt:lpstr>Variables</vt:lpstr>
      <vt:lpstr>Output</vt:lpstr>
      <vt:lpstr>Rules for Python variables:</vt:lpstr>
      <vt:lpstr>Comments</vt:lpstr>
      <vt:lpstr>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</dc:creator>
  <cp:lastModifiedBy>Windows User</cp:lastModifiedBy>
  <cp:revision>2</cp:revision>
  <dcterms:created xsi:type="dcterms:W3CDTF">2024-08-28T17:07:43Z</dcterms:created>
  <dcterms:modified xsi:type="dcterms:W3CDTF">2024-08-28T17:10:25Z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2024-08-28T00:00:00Z</vt:filetime>
  </property>
  <property fmtid="{D5CDD505-2E9C-101B-9397-08002B2CF9AE}" pid="5" name="Producer">
    <vt:lpwstr>Microsoft® PowerPoint® 2016</vt:lpwstr>
  </property>
</Properties>
</file>